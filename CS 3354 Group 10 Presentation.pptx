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CD677C-0918-4314-9FAF-BA2143D842A8}">
  <a:tblStyle styleId="{12CD677C-0918-4314-9FAF-BA2143D842A8}"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8dca19256_1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a8dca19256_1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a8dca19256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a8dca19256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a8dca19256_14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a8dca19256_14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a8dca19256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a8dca19256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Sebastian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54dda1946d_4_2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54dda1946d_4_2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a8dca1925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a8dca1925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a8dca1925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a8dca1925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8661f04b0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8661f04b0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a8dca19256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a8dca19256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Nidhi</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54dda1946d_4_2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54dda1946d_4_2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a8e7d46a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a8e7d46a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1d7200918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1d7200918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a8dca19256_1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a8dca19256_1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Onyeze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a8dca19256_1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a8dca19256_1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a8dca19256_1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a8dca19256_1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a8dca19256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a8dca19256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a8dca19256_1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a8dca19256_1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Noah</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a8dca19256_14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a8dca19256_14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a8dca1925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a8dca1925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a8dca19256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a8dca19256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a8dca19256_1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a8dca19256_1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a8dca19256_1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a8dca19256_1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a8dca19256_1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a8dca19256_1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a8dca19256_1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a8dca19256_1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a8dca19256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a8dca19256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Presenter for Architecture: Collin</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8dca19256_1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a8dca19256_1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45720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This is a multiuser, web-based system for viewing and compiling data based on an individual student’s grades and GPA at UTD. In this system, several servers manage and display varying data. The eLearning and Galaxy Servers need to have a fast and secure response, with the Galaxy server not needing to worry about as many concurrent requests. The eLearning server has to handle most of the initial requests from a student’s client.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The Storage Server acts as a secure container in order to separate the storage of personal information of the students, and to limit requests to the eLearning and Galaxy servers. This server will have multiple duplicates in order to ensure maximal reliability, security, and scalability.</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The Web Server contains all of the framework for the app and is responsible for handling all of the traffic through the system as a whole. The client program is a simple integrated user interface, constructed using a web browser to access the service.</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a8dca19256_14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a8dca19256_14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a8dca1925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a8dca1925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8dca19256_1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a8dca19256_1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068375"/>
            <a:ext cx="5259900" cy="19635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3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105625"/>
            <a:ext cx="2414100" cy="687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4132900" y="2408450"/>
            <a:ext cx="4301100" cy="16047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4132900" y="1285925"/>
            <a:ext cx="1450800" cy="10494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 name="Google Shape;16;p4"/>
          <p:cNvSpPr txBox="1"/>
          <p:nvPr>
            <p:ph idx="1" type="body"/>
          </p:nvPr>
        </p:nvSpPr>
        <p:spPr>
          <a:xfrm>
            <a:off x="720000" y="1215751"/>
            <a:ext cx="7704000" cy="3465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pic>
        <p:nvPicPr>
          <p:cNvPr id="17" name="Google Shape;17;p4"/>
          <p:cNvPicPr preferRelativeResize="0"/>
          <p:nvPr/>
        </p:nvPicPr>
        <p:blipFill>
          <a:blip r:embed="rId2">
            <a:alphaModFix amt="21000"/>
          </a:blip>
          <a:stretch>
            <a:fillRect/>
          </a:stretch>
        </p:blipFill>
        <p:spPr>
          <a:xfrm>
            <a:off x="5854726" y="-1371604"/>
            <a:ext cx="4775101" cy="2539096"/>
          </a:xfrm>
          <a:prstGeom prst="rect">
            <a:avLst/>
          </a:prstGeom>
          <a:noFill/>
          <a:ln>
            <a:noFill/>
          </a:ln>
        </p:spPr>
      </p:pic>
      <p:pic>
        <p:nvPicPr>
          <p:cNvPr id="18" name="Google Shape;18;p4"/>
          <p:cNvPicPr preferRelativeResize="0"/>
          <p:nvPr/>
        </p:nvPicPr>
        <p:blipFill>
          <a:blip r:embed="rId3">
            <a:alphaModFix amt="79000"/>
          </a:blip>
          <a:stretch>
            <a:fillRect/>
          </a:stretch>
        </p:blipFill>
        <p:spPr>
          <a:xfrm>
            <a:off x="7739450" y="-1318753"/>
            <a:ext cx="2344349" cy="2346255"/>
          </a:xfrm>
          <a:prstGeom prst="rect">
            <a:avLst/>
          </a:prstGeom>
          <a:noFill/>
          <a:ln>
            <a:noFill/>
          </a:ln>
        </p:spPr>
      </p:pic>
      <p:grpSp>
        <p:nvGrpSpPr>
          <p:cNvPr id="19" name="Google Shape;19;p4"/>
          <p:cNvGrpSpPr/>
          <p:nvPr/>
        </p:nvGrpSpPr>
        <p:grpSpPr>
          <a:xfrm>
            <a:off x="-937361" y="3117653"/>
            <a:ext cx="1850041" cy="2269907"/>
            <a:chOff x="5119300" y="3450025"/>
            <a:chExt cx="2148213" cy="2635749"/>
          </a:xfrm>
        </p:grpSpPr>
        <p:pic>
          <p:nvPicPr>
            <p:cNvPr id="20" name="Google Shape;20;p4"/>
            <p:cNvPicPr preferRelativeResize="0"/>
            <p:nvPr/>
          </p:nvPicPr>
          <p:blipFill>
            <a:blip r:embed="rId4">
              <a:alphaModFix/>
            </a:blip>
            <a:stretch>
              <a:fillRect/>
            </a:stretch>
          </p:blipFill>
          <p:spPr>
            <a:xfrm>
              <a:off x="5119300" y="3450025"/>
              <a:ext cx="1691013" cy="1693474"/>
            </a:xfrm>
            <a:prstGeom prst="rect">
              <a:avLst/>
            </a:prstGeom>
            <a:noFill/>
            <a:ln>
              <a:noFill/>
            </a:ln>
          </p:spPr>
        </p:pic>
        <p:pic>
          <p:nvPicPr>
            <p:cNvPr id="21" name="Google Shape;21;p4"/>
            <p:cNvPicPr preferRelativeResize="0"/>
            <p:nvPr/>
          </p:nvPicPr>
          <p:blipFill>
            <a:blip r:embed="rId4">
              <a:alphaModFix/>
            </a:blip>
            <a:stretch>
              <a:fillRect/>
            </a:stretch>
          </p:blipFill>
          <p:spPr>
            <a:xfrm>
              <a:off x="5576500" y="4392300"/>
              <a:ext cx="1691013" cy="1693474"/>
            </a:xfrm>
            <a:prstGeom prst="rect">
              <a:avLst/>
            </a:prstGeom>
            <a:noFill/>
            <a:ln>
              <a:noFill/>
            </a:ln>
          </p:spPr>
        </p:pic>
      </p:grpSp>
      <p:grpSp>
        <p:nvGrpSpPr>
          <p:cNvPr id="22" name="Google Shape;22;p4"/>
          <p:cNvGrpSpPr/>
          <p:nvPr/>
        </p:nvGrpSpPr>
        <p:grpSpPr>
          <a:xfrm>
            <a:off x="5930250" y="1760273"/>
            <a:ext cx="5313368" cy="5145951"/>
            <a:chOff x="5263075" y="2238848"/>
            <a:chExt cx="5313368" cy="5145951"/>
          </a:xfrm>
        </p:grpSpPr>
        <p:sp>
          <p:nvSpPr>
            <p:cNvPr id="23" name="Google Shape;23;p4"/>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4"/>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4"/>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cxnSp>
        <p:nvCxnSpPr>
          <p:cNvPr id="26" name="Google Shape;26;p4"/>
          <p:cNvCxnSpPr/>
          <p:nvPr/>
        </p:nvCxnSpPr>
        <p:spPr>
          <a:xfrm>
            <a:off x="826950" y="410450"/>
            <a:ext cx="609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txBox="1"/>
          <p:nvPr>
            <p:ph idx="1" type="subTitle"/>
          </p:nvPr>
        </p:nvSpPr>
        <p:spPr>
          <a:xfrm>
            <a:off x="4530700" y="2898001"/>
            <a:ext cx="2907300" cy="144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9" name="Google Shape;29;p5"/>
          <p:cNvSpPr txBox="1"/>
          <p:nvPr>
            <p:ph idx="2" type="subTitle"/>
          </p:nvPr>
        </p:nvSpPr>
        <p:spPr>
          <a:xfrm>
            <a:off x="713225" y="2898001"/>
            <a:ext cx="2907300" cy="144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0" name="Google Shape;30;p5"/>
          <p:cNvSpPr txBox="1"/>
          <p:nvPr>
            <p:ph idx="3" type="subTitle"/>
          </p:nvPr>
        </p:nvSpPr>
        <p:spPr>
          <a:xfrm>
            <a:off x="713225" y="2248150"/>
            <a:ext cx="29073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1" name="Google Shape;31;p5"/>
          <p:cNvSpPr txBox="1"/>
          <p:nvPr>
            <p:ph idx="4" type="subTitle"/>
          </p:nvPr>
        </p:nvSpPr>
        <p:spPr>
          <a:xfrm>
            <a:off x="4530702" y="2248150"/>
            <a:ext cx="29073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32" name="Google Shape;3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3" name="Google Shape;33;p5"/>
          <p:cNvGrpSpPr/>
          <p:nvPr/>
        </p:nvGrpSpPr>
        <p:grpSpPr>
          <a:xfrm>
            <a:off x="5930250" y="1760273"/>
            <a:ext cx="5313368" cy="5145951"/>
            <a:chOff x="5263075" y="2238848"/>
            <a:chExt cx="5313368" cy="5145951"/>
          </a:xfrm>
        </p:grpSpPr>
        <p:sp>
          <p:nvSpPr>
            <p:cNvPr id="34" name="Google Shape;34;p5"/>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5"/>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5"/>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 name="Google Shape;37;p5"/>
          <p:cNvGrpSpPr/>
          <p:nvPr/>
        </p:nvGrpSpPr>
        <p:grpSpPr>
          <a:xfrm>
            <a:off x="-937361" y="3117653"/>
            <a:ext cx="1850041" cy="2269907"/>
            <a:chOff x="5119300" y="3450025"/>
            <a:chExt cx="2148213" cy="2635749"/>
          </a:xfrm>
        </p:grpSpPr>
        <p:pic>
          <p:nvPicPr>
            <p:cNvPr id="38" name="Google Shape;38;p5"/>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39" name="Google Shape;39;p5"/>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40" name="Google Shape;40;p5"/>
          <p:cNvPicPr preferRelativeResize="0"/>
          <p:nvPr/>
        </p:nvPicPr>
        <p:blipFill>
          <a:blip r:embed="rId3">
            <a:alphaModFix amt="21000"/>
          </a:blip>
          <a:stretch>
            <a:fillRect/>
          </a:stretch>
        </p:blipFill>
        <p:spPr>
          <a:xfrm>
            <a:off x="5854726" y="-1371604"/>
            <a:ext cx="4775101" cy="2539096"/>
          </a:xfrm>
          <a:prstGeom prst="rect">
            <a:avLst/>
          </a:prstGeom>
          <a:noFill/>
          <a:ln>
            <a:noFill/>
          </a:ln>
        </p:spPr>
      </p:pic>
      <p:pic>
        <p:nvPicPr>
          <p:cNvPr id="41" name="Google Shape;41;p5"/>
          <p:cNvPicPr preferRelativeResize="0"/>
          <p:nvPr/>
        </p:nvPicPr>
        <p:blipFill>
          <a:blip r:embed="rId4">
            <a:alphaModFix amt="79000"/>
          </a:blip>
          <a:stretch>
            <a:fillRect/>
          </a:stretch>
        </p:blipFill>
        <p:spPr>
          <a:xfrm>
            <a:off x="7739450" y="-1318753"/>
            <a:ext cx="2344349" cy="2346255"/>
          </a:xfrm>
          <a:prstGeom prst="rect">
            <a:avLst/>
          </a:prstGeom>
          <a:noFill/>
          <a:ln>
            <a:noFill/>
          </a:ln>
        </p:spPr>
      </p:pic>
      <p:cxnSp>
        <p:nvCxnSpPr>
          <p:cNvPr id="42" name="Google Shape;42;p5"/>
          <p:cNvCxnSpPr/>
          <p:nvPr/>
        </p:nvCxnSpPr>
        <p:spPr>
          <a:xfrm>
            <a:off x="826950" y="410450"/>
            <a:ext cx="609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5" name="Google Shape;45;p6"/>
          <p:cNvGrpSpPr/>
          <p:nvPr/>
        </p:nvGrpSpPr>
        <p:grpSpPr>
          <a:xfrm flipH="1" rot="10800000">
            <a:off x="5149200" y="-2223977"/>
            <a:ext cx="5313368" cy="5145951"/>
            <a:chOff x="5263075" y="2238848"/>
            <a:chExt cx="5313368" cy="5145951"/>
          </a:xfrm>
        </p:grpSpPr>
        <p:sp>
          <p:nvSpPr>
            <p:cNvPr id="46" name="Google Shape;46;p6"/>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 name="Google Shape;47;p6"/>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 name="Google Shape;48;p6"/>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cxnSp>
        <p:nvCxnSpPr>
          <p:cNvPr id="49" name="Google Shape;49;p6"/>
          <p:cNvCxnSpPr/>
          <p:nvPr/>
        </p:nvCxnSpPr>
        <p:spPr>
          <a:xfrm>
            <a:off x="826950" y="410450"/>
            <a:ext cx="609600" cy="0"/>
          </a:xfrm>
          <a:prstGeom prst="straightConnector1">
            <a:avLst/>
          </a:prstGeom>
          <a:noFill/>
          <a:ln cap="flat" cmpd="sng" w="28575">
            <a:solidFill>
              <a:schemeClr val="dk2"/>
            </a:solidFill>
            <a:prstDash val="solid"/>
            <a:round/>
            <a:headEnd len="med" w="med" type="none"/>
            <a:tailEnd len="med" w="med" type="none"/>
          </a:ln>
        </p:spPr>
      </p:cxnSp>
      <p:grpSp>
        <p:nvGrpSpPr>
          <p:cNvPr id="50" name="Google Shape;50;p6"/>
          <p:cNvGrpSpPr/>
          <p:nvPr/>
        </p:nvGrpSpPr>
        <p:grpSpPr>
          <a:xfrm>
            <a:off x="-360073" y="3617453"/>
            <a:ext cx="1850041" cy="2269907"/>
            <a:chOff x="5119300" y="3450025"/>
            <a:chExt cx="2148213" cy="2635749"/>
          </a:xfrm>
        </p:grpSpPr>
        <p:pic>
          <p:nvPicPr>
            <p:cNvPr id="51" name="Google Shape;51;p6"/>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52" name="Google Shape;52;p6"/>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53" name="Google Shape;53;p6"/>
          <p:cNvGrpSpPr/>
          <p:nvPr/>
        </p:nvGrpSpPr>
        <p:grpSpPr>
          <a:xfrm>
            <a:off x="7270851" y="4026546"/>
            <a:ext cx="4775101" cy="2539096"/>
            <a:chOff x="6835801" y="3991421"/>
            <a:chExt cx="4775101" cy="2539096"/>
          </a:xfrm>
        </p:grpSpPr>
        <p:pic>
          <p:nvPicPr>
            <p:cNvPr id="54" name="Google Shape;54;p6"/>
            <p:cNvPicPr preferRelativeResize="0"/>
            <p:nvPr/>
          </p:nvPicPr>
          <p:blipFill>
            <a:blip r:embed="rId3">
              <a:alphaModFix amt="21000"/>
            </a:blip>
            <a:stretch>
              <a:fillRect/>
            </a:stretch>
          </p:blipFill>
          <p:spPr>
            <a:xfrm flipH="1" rot="10800000">
              <a:off x="6835801" y="3991421"/>
              <a:ext cx="4775101" cy="2539096"/>
            </a:xfrm>
            <a:prstGeom prst="rect">
              <a:avLst/>
            </a:prstGeom>
            <a:noFill/>
            <a:ln>
              <a:noFill/>
            </a:ln>
          </p:spPr>
        </p:pic>
        <p:pic>
          <p:nvPicPr>
            <p:cNvPr id="55" name="Google Shape;55;p6"/>
            <p:cNvPicPr preferRelativeResize="0"/>
            <p:nvPr/>
          </p:nvPicPr>
          <p:blipFill>
            <a:blip r:embed="rId4">
              <a:alphaModFix amt="79000"/>
            </a:blip>
            <a:stretch>
              <a:fillRect/>
            </a:stretch>
          </p:blipFill>
          <p:spPr>
            <a:xfrm>
              <a:off x="7501325" y="4109461"/>
              <a:ext cx="2344349" cy="2346255"/>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7"/>
          <p:cNvSpPr txBox="1"/>
          <p:nvPr>
            <p:ph type="title"/>
          </p:nvPr>
        </p:nvSpPr>
        <p:spPr>
          <a:xfrm>
            <a:off x="713225" y="1372625"/>
            <a:ext cx="3858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8" name="Google Shape;58;p7"/>
          <p:cNvSpPr txBox="1"/>
          <p:nvPr>
            <p:ph idx="1" type="subTitle"/>
          </p:nvPr>
        </p:nvSpPr>
        <p:spPr>
          <a:xfrm>
            <a:off x="713225" y="2079025"/>
            <a:ext cx="3858900" cy="178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Nunito Light"/>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0"/>
              </a:spcBef>
              <a:spcAft>
                <a:spcPts val="0"/>
              </a:spcAft>
              <a:buClr>
                <a:srgbClr val="E76A28"/>
              </a:buClr>
              <a:buSzPts val="1200"/>
              <a:buFont typeface="Nunito Light"/>
              <a:buChar char="■"/>
              <a:defRPr/>
            </a:lvl3pPr>
            <a:lvl4pPr lvl="3" rtl="0" algn="ctr">
              <a:lnSpc>
                <a:spcPct val="100000"/>
              </a:lnSpc>
              <a:spcBef>
                <a:spcPts val="0"/>
              </a:spcBef>
              <a:spcAft>
                <a:spcPts val="0"/>
              </a:spcAft>
              <a:buClr>
                <a:srgbClr val="E76A28"/>
              </a:buClr>
              <a:buSzPts val="12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200"/>
              <a:buFont typeface="Nunito Light"/>
              <a:buChar char="●"/>
              <a:defRPr/>
            </a:lvl7pPr>
            <a:lvl8pPr lvl="7" rtl="0" algn="ctr">
              <a:lnSpc>
                <a:spcPct val="100000"/>
              </a:lnSpc>
              <a:spcBef>
                <a:spcPts val="0"/>
              </a:spcBef>
              <a:spcAft>
                <a:spcPts val="0"/>
              </a:spcAft>
              <a:buClr>
                <a:srgbClr val="999999"/>
              </a:buClr>
              <a:buSzPts val="12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
        <p:nvSpPr>
          <p:cNvPr id="59" name="Google Shape;59;p7"/>
          <p:cNvSpPr/>
          <p:nvPr>
            <p:ph idx="2" type="pic"/>
          </p:nvPr>
        </p:nvSpPr>
        <p:spPr>
          <a:xfrm>
            <a:off x="4934850" y="0"/>
            <a:ext cx="4209300" cy="5143500"/>
          </a:xfrm>
          <a:prstGeom prst="rect">
            <a:avLst/>
          </a:prstGeom>
          <a:noFill/>
          <a:ln>
            <a:noFill/>
          </a:ln>
        </p:spPr>
      </p:sp>
      <p:pic>
        <p:nvPicPr>
          <p:cNvPr id="60" name="Google Shape;60;p7"/>
          <p:cNvPicPr preferRelativeResize="0"/>
          <p:nvPr/>
        </p:nvPicPr>
        <p:blipFill>
          <a:blip r:embed="rId2">
            <a:alphaModFix amt="21000"/>
          </a:blip>
          <a:stretch>
            <a:fillRect/>
          </a:stretch>
        </p:blipFill>
        <p:spPr>
          <a:xfrm>
            <a:off x="-2336774" y="-1390654"/>
            <a:ext cx="4775101" cy="2539096"/>
          </a:xfrm>
          <a:prstGeom prst="rect">
            <a:avLst/>
          </a:prstGeom>
          <a:noFill/>
          <a:ln>
            <a:noFill/>
          </a:ln>
        </p:spPr>
      </p:pic>
      <p:grpSp>
        <p:nvGrpSpPr>
          <p:cNvPr id="61" name="Google Shape;61;p7"/>
          <p:cNvGrpSpPr/>
          <p:nvPr/>
        </p:nvGrpSpPr>
        <p:grpSpPr>
          <a:xfrm>
            <a:off x="-937361" y="3117653"/>
            <a:ext cx="1850041" cy="2269907"/>
            <a:chOff x="5119300" y="3450025"/>
            <a:chExt cx="2148213" cy="2635749"/>
          </a:xfrm>
        </p:grpSpPr>
        <p:pic>
          <p:nvPicPr>
            <p:cNvPr id="62" name="Google Shape;62;p7"/>
            <p:cNvPicPr preferRelativeResize="0"/>
            <p:nvPr/>
          </p:nvPicPr>
          <p:blipFill>
            <a:blip r:embed="rId3">
              <a:alphaModFix/>
            </a:blip>
            <a:stretch>
              <a:fillRect/>
            </a:stretch>
          </p:blipFill>
          <p:spPr>
            <a:xfrm>
              <a:off x="5119300" y="3450025"/>
              <a:ext cx="1691013" cy="1693474"/>
            </a:xfrm>
            <a:prstGeom prst="rect">
              <a:avLst/>
            </a:prstGeom>
            <a:noFill/>
            <a:ln>
              <a:noFill/>
            </a:ln>
          </p:spPr>
        </p:pic>
        <p:pic>
          <p:nvPicPr>
            <p:cNvPr id="63" name="Google Shape;63;p7"/>
            <p:cNvPicPr preferRelativeResize="0"/>
            <p:nvPr/>
          </p:nvPicPr>
          <p:blipFill>
            <a:blip r:embed="rId3">
              <a:alphaModFix/>
            </a:blip>
            <a:stretch>
              <a:fillRect/>
            </a:stretch>
          </p:blipFill>
          <p:spPr>
            <a:xfrm>
              <a:off x="5576500" y="4392300"/>
              <a:ext cx="1691013" cy="1693474"/>
            </a:xfrm>
            <a:prstGeom prst="rect">
              <a:avLst/>
            </a:prstGeom>
            <a:noFill/>
            <a:ln>
              <a:noFill/>
            </a:ln>
          </p:spPr>
        </p:pic>
      </p:grpSp>
      <p:pic>
        <p:nvPicPr>
          <p:cNvPr id="64" name="Google Shape;64;p7"/>
          <p:cNvPicPr preferRelativeResize="0"/>
          <p:nvPr/>
        </p:nvPicPr>
        <p:blipFill>
          <a:blip r:embed="rId4">
            <a:alphaModFix amt="79000"/>
          </a:blip>
          <a:stretch>
            <a:fillRect/>
          </a:stretch>
        </p:blipFill>
        <p:spPr>
          <a:xfrm>
            <a:off x="-756850" y="-1390653"/>
            <a:ext cx="2344349" cy="23462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5" name="Shape 65"/>
        <p:cNvGrpSpPr/>
        <p:nvPr/>
      </p:nvGrpSpPr>
      <p:grpSpPr>
        <a:xfrm>
          <a:off x="0" y="0"/>
          <a:ext cx="0" cy="0"/>
          <a:chOff x="0" y="0"/>
          <a:chExt cx="0" cy="0"/>
        </a:xfrm>
      </p:grpSpPr>
      <p:sp>
        <p:nvSpPr>
          <p:cNvPr id="66" name="Google Shape;66;p8"/>
          <p:cNvSpPr txBox="1"/>
          <p:nvPr>
            <p:ph type="title"/>
          </p:nvPr>
        </p:nvSpPr>
        <p:spPr>
          <a:xfrm>
            <a:off x="821650" y="1307100"/>
            <a:ext cx="4508100" cy="25293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67" name="Google Shape;67;p8"/>
          <p:cNvGrpSpPr/>
          <p:nvPr/>
        </p:nvGrpSpPr>
        <p:grpSpPr>
          <a:xfrm>
            <a:off x="4787250" y="1760273"/>
            <a:ext cx="5313368" cy="5145951"/>
            <a:chOff x="5263075" y="2238848"/>
            <a:chExt cx="5313368" cy="5145951"/>
          </a:xfrm>
        </p:grpSpPr>
        <p:sp>
          <p:nvSpPr>
            <p:cNvPr id="68" name="Google Shape;68;p8"/>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8"/>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8"/>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1" name="Google Shape;71;p8"/>
          <p:cNvGrpSpPr/>
          <p:nvPr/>
        </p:nvGrpSpPr>
        <p:grpSpPr>
          <a:xfrm>
            <a:off x="-937361" y="3117653"/>
            <a:ext cx="1850041" cy="2269907"/>
            <a:chOff x="5119300" y="3450025"/>
            <a:chExt cx="2148213" cy="2635749"/>
          </a:xfrm>
        </p:grpSpPr>
        <p:pic>
          <p:nvPicPr>
            <p:cNvPr id="72" name="Google Shape;72;p8"/>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73" name="Google Shape;73;p8"/>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74" name="Google Shape;74;p8"/>
          <p:cNvPicPr preferRelativeResize="0"/>
          <p:nvPr/>
        </p:nvPicPr>
        <p:blipFill>
          <a:blip r:embed="rId3">
            <a:alphaModFix amt="21000"/>
          </a:blip>
          <a:stretch>
            <a:fillRect/>
          </a:stretch>
        </p:blipFill>
        <p:spPr>
          <a:xfrm>
            <a:off x="5854726" y="-1371604"/>
            <a:ext cx="4775101" cy="2539096"/>
          </a:xfrm>
          <a:prstGeom prst="rect">
            <a:avLst/>
          </a:prstGeom>
          <a:noFill/>
          <a:ln>
            <a:noFill/>
          </a:ln>
        </p:spPr>
      </p:pic>
      <p:pic>
        <p:nvPicPr>
          <p:cNvPr id="75" name="Google Shape;75;p8"/>
          <p:cNvPicPr preferRelativeResize="0"/>
          <p:nvPr/>
        </p:nvPicPr>
        <p:blipFill>
          <a:blip r:embed="rId4">
            <a:alphaModFix amt="79000"/>
          </a:blip>
          <a:stretch>
            <a:fillRect/>
          </a:stretch>
        </p:blipFill>
        <p:spPr>
          <a:xfrm>
            <a:off x="7739450" y="-1318753"/>
            <a:ext cx="2344349" cy="23462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6" name="Shape 76"/>
        <p:cNvGrpSpPr/>
        <p:nvPr/>
      </p:nvGrpSpPr>
      <p:grpSpPr>
        <a:xfrm>
          <a:off x="0" y="0"/>
          <a:ext cx="0" cy="0"/>
          <a:chOff x="0" y="0"/>
          <a:chExt cx="0" cy="0"/>
        </a:xfrm>
      </p:grpSpPr>
      <p:sp>
        <p:nvSpPr>
          <p:cNvPr id="77" name="Google Shape;77;p9"/>
          <p:cNvSpPr txBox="1"/>
          <p:nvPr>
            <p:ph type="title"/>
          </p:nvPr>
        </p:nvSpPr>
        <p:spPr>
          <a:xfrm>
            <a:off x="713225" y="1174700"/>
            <a:ext cx="4872900" cy="19644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8" name="Google Shape;78;p9"/>
          <p:cNvSpPr txBox="1"/>
          <p:nvPr>
            <p:ph idx="1" type="subTitle"/>
          </p:nvPr>
        </p:nvSpPr>
        <p:spPr>
          <a:xfrm>
            <a:off x="713225" y="3139100"/>
            <a:ext cx="4872900" cy="67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p:txBody>
      </p:sp>
      <p:grpSp>
        <p:nvGrpSpPr>
          <p:cNvPr id="79" name="Google Shape;79;p9"/>
          <p:cNvGrpSpPr/>
          <p:nvPr/>
        </p:nvGrpSpPr>
        <p:grpSpPr>
          <a:xfrm flipH="1" rot="10800000">
            <a:off x="5149200" y="-2223977"/>
            <a:ext cx="5313368" cy="5145951"/>
            <a:chOff x="5263075" y="2238848"/>
            <a:chExt cx="5313368" cy="5145951"/>
          </a:xfrm>
        </p:grpSpPr>
        <p:sp>
          <p:nvSpPr>
            <p:cNvPr id="80" name="Google Shape;80;p9"/>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 name="Google Shape;81;p9"/>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 name="Google Shape;82;p9"/>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3" name="Google Shape;83;p9"/>
          <p:cNvGrpSpPr/>
          <p:nvPr/>
        </p:nvGrpSpPr>
        <p:grpSpPr>
          <a:xfrm>
            <a:off x="-360073" y="3617453"/>
            <a:ext cx="1850041" cy="2269907"/>
            <a:chOff x="5119300" y="3450025"/>
            <a:chExt cx="2148213" cy="2635749"/>
          </a:xfrm>
        </p:grpSpPr>
        <p:pic>
          <p:nvPicPr>
            <p:cNvPr id="84" name="Google Shape;84;p9"/>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85" name="Google Shape;85;p9"/>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86" name="Google Shape;86;p9"/>
          <p:cNvGrpSpPr/>
          <p:nvPr/>
        </p:nvGrpSpPr>
        <p:grpSpPr>
          <a:xfrm>
            <a:off x="7270851" y="4026546"/>
            <a:ext cx="4775101" cy="2539096"/>
            <a:chOff x="6835801" y="3991421"/>
            <a:chExt cx="4775101" cy="2539096"/>
          </a:xfrm>
        </p:grpSpPr>
        <p:pic>
          <p:nvPicPr>
            <p:cNvPr id="87" name="Google Shape;87;p9"/>
            <p:cNvPicPr preferRelativeResize="0"/>
            <p:nvPr/>
          </p:nvPicPr>
          <p:blipFill>
            <a:blip r:embed="rId3">
              <a:alphaModFix amt="21000"/>
            </a:blip>
            <a:stretch>
              <a:fillRect/>
            </a:stretch>
          </p:blipFill>
          <p:spPr>
            <a:xfrm flipH="1" rot="10800000">
              <a:off x="6835801" y="3991421"/>
              <a:ext cx="4775101" cy="2539096"/>
            </a:xfrm>
            <a:prstGeom prst="rect">
              <a:avLst/>
            </a:prstGeom>
            <a:noFill/>
            <a:ln>
              <a:noFill/>
            </a:ln>
          </p:spPr>
        </p:pic>
        <p:pic>
          <p:nvPicPr>
            <p:cNvPr id="88" name="Google Shape;88;p9"/>
            <p:cNvPicPr preferRelativeResize="0"/>
            <p:nvPr/>
          </p:nvPicPr>
          <p:blipFill>
            <a:blip r:embed="rId4">
              <a:alphaModFix amt="79000"/>
            </a:blip>
            <a:stretch>
              <a:fillRect/>
            </a:stretch>
          </p:blipFill>
          <p:spPr>
            <a:xfrm>
              <a:off x="7501325" y="4109461"/>
              <a:ext cx="2344349" cy="2346255"/>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10"/>
          <p:cNvSpPr/>
          <p:nvPr>
            <p:ph idx="2" type="pic"/>
          </p:nvPr>
        </p:nvSpPr>
        <p:spPr>
          <a:xfrm>
            <a:off x="-50" y="0"/>
            <a:ext cx="9144000" cy="5143500"/>
          </a:xfrm>
          <a:prstGeom prst="rect">
            <a:avLst/>
          </a:prstGeom>
          <a:noFill/>
          <a:ln>
            <a:noFill/>
          </a:ln>
        </p:spPr>
      </p:sp>
      <p:sp>
        <p:nvSpPr>
          <p:cNvPr id="91" name="Google Shape;91;p10"/>
          <p:cNvSpPr txBox="1"/>
          <p:nvPr>
            <p:ph type="title"/>
          </p:nvPr>
        </p:nvSpPr>
        <p:spPr>
          <a:xfrm>
            <a:off x="713225" y="3712700"/>
            <a:ext cx="3324600" cy="891300"/>
          </a:xfrm>
          <a:prstGeom prst="rect">
            <a:avLst/>
          </a:prstGeom>
          <a:solidFill>
            <a:schemeClr val="lt1"/>
          </a:solidFill>
        </p:spPr>
        <p:txBody>
          <a:bodyPr anchorCtr="0" anchor="t" bIns="91425" lIns="91425" spcFirstLastPara="1" rIns="91425" wrap="square" tIns="91425">
            <a:noAutofit/>
          </a:bodyPr>
          <a:lstStyle>
            <a:lvl1pPr lvl="0" rtl="0">
              <a:spcBef>
                <a:spcPts val="0"/>
              </a:spcBef>
              <a:spcAft>
                <a:spcPts val="0"/>
              </a:spcAft>
              <a:buSzPts val="2800"/>
              <a:buNone/>
              <a:defRPr sz="24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2" name="Shape 92"/>
        <p:cNvGrpSpPr/>
        <p:nvPr/>
      </p:nvGrpSpPr>
      <p:grpSpPr>
        <a:xfrm>
          <a:off x="0" y="0"/>
          <a:ext cx="0" cy="0"/>
          <a:chOff x="0" y="0"/>
          <a:chExt cx="0" cy="0"/>
        </a:xfrm>
      </p:grpSpPr>
      <p:sp>
        <p:nvSpPr>
          <p:cNvPr id="93" name="Google Shape;93;p11"/>
          <p:cNvSpPr txBox="1"/>
          <p:nvPr>
            <p:ph hasCustomPrompt="1" type="title"/>
          </p:nvPr>
        </p:nvSpPr>
        <p:spPr>
          <a:xfrm>
            <a:off x="713225" y="1654125"/>
            <a:ext cx="5355900" cy="9696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4" name="Google Shape;94;p11"/>
          <p:cNvSpPr txBox="1"/>
          <p:nvPr>
            <p:ph idx="1" type="subTitle"/>
          </p:nvPr>
        </p:nvSpPr>
        <p:spPr>
          <a:xfrm>
            <a:off x="713225" y="2778950"/>
            <a:ext cx="3288000" cy="71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5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6" name="Shape 96"/>
        <p:cNvGrpSpPr/>
        <p:nvPr/>
      </p:nvGrpSpPr>
      <p:grpSpPr>
        <a:xfrm>
          <a:off x="0" y="0"/>
          <a:ext cx="0" cy="0"/>
          <a:chOff x="0" y="0"/>
          <a:chExt cx="0" cy="0"/>
        </a:xfrm>
      </p:grpSpPr>
      <p:grpSp>
        <p:nvGrpSpPr>
          <p:cNvPr id="97" name="Google Shape;97;p13"/>
          <p:cNvGrpSpPr/>
          <p:nvPr/>
        </p:nvGrpSpPr>
        <p:grpSpPr>
          <a:xfrm>
            <a:off x="-1199087" y="-1187950"/>
            <a:ext cx="2148213" cy="2635749"/>
            <a:chOff x="5119300" y="3450025"/>
            <a:chExt cx="2148213" cy="2635749"/>
          </a:xfrm>
        </p:grpSpPr>
        <p:pic>
          <p:nvPicPr>
            <p:cNvPr id="98" name="Google Shape;98;p13"/>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99" name="Google Shape;99;p13"/>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100" name="Google Shape;100;p13"/>
          <p:cNvPicPr preferRelativeResize="0"/>
          <p:nvPr/>
        </p:nvPicPr>
        <p:blipFill rotWithShape="1">
          <a:blip r:embed="rId3">
            <a:alphaModFix amt="79000"/>
          </a:blip>
          <a:srcRect b="0" l="43842" r="0" t="0"/>
          <a:stretch/>
        </p:blipFill>
        <p:spPr>
          <a:xfrm>
            <a:off x="-269350" y="823700"/>
            <a:ext cx="1316549" cy="2346249"/>
          </a:xfrm>
          <a:prstGeom prst="rect">
            <a:avLst/>
          </a:prstGeom>
          <a:noFill/>
          <a:ln>
            <a:noFill/>
          </a:ln>
        </p:spPr>
      </p:pic>
      <p:sp>
        <p:nvSpPr>
          <p:cNvPr id="101" name="Google Shape;101;p13"/>
          <p:cNvSpPr txBox="1"/>
          <p:nvPr>
            <p:ph type="title"/>
          </p:nvPr>
        </p:nvSpPr>
        <p:spPr>
          <a:xfrm>
            <a:off x="2386850" y="445025"/>
            <a:ext cx="603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2" name="Google Shape;102;p13"/>
          <p:cNvSpPr txBox="1"/>
          <p:nvPr>
            <p:ph hasCustomPrompt="1" idx="2" type="title"/>
          </p:nvPr>
        </p:nvSpPr>
        <p:spPr>
          <a:xfrm>
            <a:off x="2386850" y="1279573"/>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p:nvPr>
            <p:ph hasCustomPrompt="1" idx="3" type="title"/>
          </p:nvPr>
        </p:nvSpPr>
        <p:spPr>
          <a:xfrm>
            <a:off x="2386850" y="2713002"/>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3"/>
          <p:cNvSpPr txBox="1"/>
          <p:nvPr>
            <p:ph hasCustomPrompt="1" idx="4" type="title"/>
          </p:nvPr>
        </p:nvSpPr>
        <p:spPr>
          <a:xfrm>
            <a:off x="4476525" y="1279573"/>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p:nvPr>
            <p:ph hasCustomPrompt="1" idx="5" type="title"/>
          </p:nvPr>
        </p:nvSpPr>
        <p:spPr>
          <a:xfrm>
            <a:off x="4476525" y="2713002"/>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p:nvPr>
            <p:ph hasCustomPrompt="1" idx="6" type="title"/>
          </p:nvPr>
        </p:nvSpPr>
        <p:spPr>
          <a:xfrm>
            <a:off x="6566200" y="1279573"/>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p:nvPr>
            <p:ph hasCustomPrompt="1" idx="7" type="title"/>
          </p:nvPr>
        </p:nvSpPr>
        <p:spPr>
          <a:xfrm>
            <a:off x="6566200" y="2713002"/>
            <a:ext cx="734700" cy="5727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p:nvPr>
            <p:ph idx="1" type="subTitle"/>
          </p:nvPr>
        </p:nvSpPr>
        <p:spPr>
          <a:xfrm>
            <a:off x="2386850" y="1874675"/>
            <a:ext cx="1860000" cy="78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09" name="Google Shape;109;p13"/>
          <p:cNvSpPr txBox="1"/>
          <p:nvPr>
            <p:ph idx="8" type="subTitle"/>
          </p:nvPr>
        </p:nvSpPr>
        <p:spPr>
          <a:xfrm>
            <a:off x="4476525" y="1874675"/>
            <a:ext cx="1860000" cy="78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0" name="Google Shape;110;p13"/>
          <p:cNvSpPr txBox="1"/>
          <p:nvPr>
            <p:ph idx="9" type="subTitle"/>
          </p:nvPr>
        </p:nvSpPr>
        <p:spPr>
          <a:xfrm>
            <a:off x="6566200" y="1874675"/>
            <a:ext cx="1860000" cy="78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1" name="Google Shape;111;p13"/>
          <p:cNvSpPr txBox="1"/>
          <p:nvPr>
            <p:ph idx="13" type="subTitle"/>
          </p:nvPr>
        </p:nvSpPr>
        <p:spPr>
          <a:xfrm>
            <a:off x="2386850" y="3308025"/>
            <a:ext cx="1860000" cy="78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2" name="Google Shape;112;p13"/>
          <p:cNvSpPr txBox="1"/>
          <p:nvPr>
            <p:ph idx="14" type="subTitle"/>
          </p:nvPr>
        </p:nvSpPr>
        <p:spPr>
          <a:xfrm>
            <a:off x="4476525" y="3308025"/>
            <a:ext cx="1860000" cy="78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13" name="Google Shape;113;p13"/>
          <p:cNvSpPr txBox="1"/>
          <p:nvPr>
            <p:ph idx="15" type="subTitle"/>
          </p:nvPr>
        </p:nvSpPr>
        <p:spPr>
          <a:xfrm>
            <a:off x="6566200" y="3308025"/>
            <a:ext cx="1860000" cy="788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pic>
        <p:nvPicPr>
          <p:cNvPr id="114" name="Google Shape;114;p13"/>
          <p:cNvPicPr preferRelativeResize="0"/>
          <p:nvPr/>
        </p:nvPicPr>
        <p:blipFill rotWithShape="1">
          <a:blip r:embed="rId4">
            <a:alphaModFix amt="21000"/>
          </a:blip>
          <a:srcRect b="0" l="55931" r="0" t="0"/>
          <a:stretch/>
        </p:blipFill>
        <p:spPr>
          <a:xfrm>
            <a:off x="-269349" y="-63300"/>
            <a:ext cx="2104300" cy="2539099"/>
          </a:xfrm>
          <a:prstGeom prst="rect">
            <a:avLst/>
          </a:prstGeom>
          <a:noFill/>
          <a:ln>
            <a:noFill/>
          </a:ln>
        </p:spPr>
      </p:pic>
      <p:grpSp>
        <p:nvGrpSpPr>
          <p:cNvPr id="115" name="Google Shape;115;p13"/>
          <p:cNvGrpSpPr/>
          <p:nvPr/>
        </p:nvGrpSpPr>
        <p:grpSpPr>
          <a:xfrm>
            <a:off x="-1900650" y="720473"/>
            <a:ext cx="5313368" cy="5145951"/>
            <a:chOff x="-1900650" y="720473"/>
            <a:chExt cx="5313368" cy="5145951"/>
          </a:xfrm>
        </p:grpSpPr>
        <p:sp>
          <p:nvSpPr>
            <p:cNvPr id="116" name="Google Shape;116;p13"/>
            <p:cNvSpPr/>
            <p:nvPr/>
          </p:nvSpPr>
          <p:spPr>
            <a:xfrm flipH="1">
              <a:off x="-1591278" y="720473"/>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 name="Google Shape;117;p13"/>
            <p:cNvSpPr/>
            <p:nvPr/>
          </p:nvSpPr>
          <p:spPr>
            <a:xfrm flipH="1">
              <a:off x="-1633468" y="1032494"/>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13"/>
            <p:cNvSpPr/>
            <p:nvPr/>
          </p:nvSpPr>
          <p:spPr>
            <a:xfrm flipH="1">
              <a:off x="-1900650" y="720475"/>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cxnSp>
        <p:nvCxnSpPr>
          <p:cNvPr id="119" name="Google Shape;119;p13"/>
          <p:cNvCxnSpPr/>
          <p:nvPr/>
        </p:nvCxnSpPr>
        <p:spPr>
          <a:xfrm>
            <a:off x="2503350" y="410450"/>
            <a:ext cx="609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20" name="Shape 120"/>
        <p:cNvGrpSpPr/>
        <p:nvPr/>
      </p:nvGrpSpPr>
      <p:grpSpPr>
        <a:xfrm>
          <a:off x="0" y="0"/>
          <a:ext cx="0" cy="0"/>
          <a:chOff x="0" y="0"/>
          <a:chExt cx="0" cy="0"/>
        </a:xfrm>
      </p:grpSpPr>
      <p:sp>
        <p:nvSpPr>
          <p:cNvPr id="121" name="Google Shape;121;p14"/>
          <p:cNvSpPr/>
          <p:nvPr>
            <p:ph idx="2" type="pic"/>
          </p:nvPr>
        </p:nvSpPr>
        <p:spPr>
          <a:xfrm>
            <a:off x="713225" y="539500"/>
            <a:ext cx="2801100" cy="1751400"/>
          </a:xfrm>
          <a:prstGeom prst="rect">
            <a:avLst/>
          </a:prstGeom>
          <a:noFill/>
          <a:ln>
            <a:noFill/>
          </a:ln>
        </p:spPr>
      </p:sp>
      <p:sp>
        <p:nvSpPr>
          <p:cNvPr id="122" name="Google Shape;122;p14"/>
          <p:cNvSpPr/>
          <p:nvPr>
            <p:ph idx="3" type="pic"/>
          </p:nvPr>
        </p:nvSpPr>
        <p:spPr>
          <a:xfrm>
            <a:off x="3671775" y="539500"/>
            <a:ext cx="4758900" cy="2835600"/>
          </a:xfrm>
          <a:prstGeom prst="rect">
            <a:avLst/>
          </a:prstGeom>
          <a:noFill/>
          <a:ln>
            <a:noFill/>
          </a:ln>
        </p:spPr>
      </p:sp>
      <p:sp>
        <p:nvSpPr>
          <p:cNvPr id="123" name="Google Shape;123;p14"/>
          <p:cNvSpPr/>
          <p:nvPr>
            <p:ph idx="4" type="pic"/>
          </p:nvPr>
        </p:nvSpPr>
        <p:spPr>
          <a:xfrm>
            <a:off x="713225" y="2448400"/>
            <a:ext cx="2801100" cy="2155800"/>
          </a:xfrm>
          <a:prstGeom prst="rect">
            <a:avLst/>
          </a:prstGeom>
          <a:noFill/>
          <a:ln>
            <a:noFill/>
          </a:ln>
        </p:spPr>
      </p:sp>
      <p:sp>
        <p:nvSpPr>
          <p:cNvPr id="124" name="Google Shape;124;p14"/>
          <p:cNvSpPr txBox="1"/>
          <p:nvPr>
            <p:ph idx="1" type="subTitle"/>
          </p:nvPr>
        </p:nvSpPr>
        <p:spPr>
          <a:xfrm>
            <a:off x="5775500" y="3653000"/>
            <a:ext cx="2655300" cy="95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125" name="Google Shape;125;p14"/>
          <p:cNvGrpSpPr/>
          <p:nvPr/>
        </p:nvGrpSpPr>
        <p:grpSpPr>
          <a:xfrm>
            <a:off x="5549250" y="2217473"/>
            <a:ext cx="5313368" cy="5145951"/>
            <a:chOff x="5263075" y="2238848"/>
            <a:chExt cx="5313368" cy="5145951"/>
          </a:xfrm>
        </p:grpSpPr>
        <p:sp>
          <p:nvSpPr>
            <p:cNvPr id="126" name="Google Shape;126;p14"/>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14"/>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14"/>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9" name="Google Shape;129;p14"/>
          <p:cNvGrpSpPr/>
          <p:nvPr/>
        </p:nvGrpSpPr>
        <p:grpSpPr>
          <a:xfrm>
            <a:off x="-937361" y="3117653"/>
            <a:ext cx="1850041" cy="2269907"/>
            <a:chOff x="5119300" y="3450025"/>
            <a:chExt cx="2148213" cy="2635749"/>
          </a:xfrm>
        </p:grpSpPr>
        <p:pic>
          <p:nvPicPr>
            <p:cNvPr id="130" name="Google Shape;130;p14"/>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31" name="Google Shape;131;p14"/>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132" name="Google Shape;132;p14"/>
          <p:cNvGrpSpPr/>
          <p:nvPr/>
        </p:nvGrpSpPr>
        <p:grpSpPr>
          <a:xfrm>
            <a:off x="5854726" y="-1371604"/>
            <a:ext cx="4775101" cy="2539096"/>
            <a:chOff x="5854726" y="-1371604"/>
            <a:chExt cx="4775101" cy="2539096"/>
          </a:xfrm>
        </p:grpSpPr>
        <p:pic>
          <p:nvPicPr>
            <p:cNvPr id="133" name="Google Shape;133;p14"/>
            <p:cNvPicPr preferRelativeResize="0"/>
            <p:nvPr/>
          </p:nvPicPr>
          <p:blipFill>
            <a:blip r:embed="rId3">
              <a:alphaModFix amt="21000"/>
            </a:blip>
            <a:stretch>
              <a:fillRect/>
            </a:stretch>
          </p:blipFill>
          <p:spPr>
            <a:xfrm>
              <a:off x="5854726" y="-1371604"/>
              <a:ext cx="4775101" cy="2539096"/>
            </a:xfrm>
            <a:prstGeom prst="rect">
              <a:avLst/>
            </a:prstGeom>
            <a:noFill/>
            <a:ln>
              <a:noFill/>
            </a:ln>
          </p:spPr>
        </p:pic>
        <p:pic>
          <p:nvPicPr>
            <p:cNvPr id="134" name="Google Shape;134;p14"/>
            <p:cNvPicPr preferRelativeResize="0"/>
            <p:nvPr/>
          </p:nvPicPr>
          <p:blipFill>
            <a:blip r:embed="rId4">
              <a:alphaModFix amt="79000"/>
            </a:blip>
            <a:stretch>
              <a:fillRect/>
            </a:stretch>
          </p:blipFill>
          <p:spPr>
            <a:xfrm>
              <a:off x="7739450" y="-1318753"/>
              <a:ext cx="2344349" cy="2346255"/>
            </a:xfrm>
            <a:prstGeom prst="rect">
              <a:avLst/>
            </a:prstGeom>
            <a:noFill/>
            <a:ln>
              <a:noFill/>
            </a:ln>
          </p:spPr>
        </p:pic>
      </p:grpSp>
      <p:sp>
        <p:nvSpPr>
          <p:cNvPr id="135" name="Google Shape;135;p14"/>
          <p:cNvSpPr txBox="1"/>
          <p:nvPr>
            <p:ph type="title"/>
          </p:nvPr>
        </p:nvSpPr>
        <p:spPr>
          <a:xfrm>
            <a:off x="3671775" y="3653000"/>
            <a:ext cx="2103600" cy="9510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36" name="Shape 136"/>
        <p:cNvGrpSpPr/>
        <p:nvPr/>
      </p:nvGrpSpPr>
      <p:grpSpPr>
        <a:xfrm>
          <a:off x="0" y="0"/>
          <a:ext cx="0" cy="0"/>
          <a:chOff x="0" y="0"/>
          <a:chExt cx="0" cy="0"/>
        </a:xfrm>
      </p:grpSpPr>
      <p:sp>
        <p:nvSpPr>
          <p:cNvPr id="137" name="Google Shape;137;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8" name="Google Shape;138;p15"/>
          <p:cNvSpPr txBox="1"/>
          <p:nvPr>
            <p:ph idx="1" type="body"/>
          </p:nvPr>
        </p:nvSpPr>
        <p:spPr>
          <a:xfrm>
            <a:off x="720000" y="1215750"/>
            <a:ext cx="7704000" cy="10287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cxnSp>
        <p:nvCxnSpPr>
          <p:cNvPr id="139" name="Google Shape;139;p15"/>
          <p:cNvCxnSpPr/>
          <p:nvPr/>
        </p:nvCxnSpPr>
        <p:spPr>
          <a:xfrm>
            <a:off x="826950" y="410450"/>
            <a:ext cx="609600" cy="0"/>
          </a:xfrm>
          <a:prstGeom prst="straightConnector1">
            <a:avLst/>
          </a:prstGeom>
          <a:noFill/>
          <a:ln cap="flat" cmpd="sng" w="28575">
            <a:solidFill>
              <a:srgbClr val="EA5D59"/>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
    <p:spTree>
      <p:nvGrpSpPr>
        <p:cNvPr id="140" name="Shape 140"/>
        <p:cNvGrpSpPr/>
        <p:nvPr/>
      </p:nvGrpSpPr>
      <p:grpSpPr>
        <a:xfrm>
          <a:off x="0" y="0"/>
          <a:ext cx="0" cy="0"/>
          <a:chOff x="0" y="0"/>
          <a:chExt cx="0" cy="0"/>
        </a:xfrm>
      </p:grpSpPr>
      <p:sp>
        <p:nvSpPr>
          <p:cNvPr id="141" name="Google Shape;141;p16"/>
          <p:cNvSpPr txBox="1"/>
          <p:nvPr>
            <p:ph type="title"/>
          </p:nvPr>
        </p:nvSpPr>
        <p:spPr>
          <a:xfrm>
            <a:off x="2615050" y="445025"/>
            <a:ext cx="5808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2" name="Google Shape;142;p16"/>
          <p:cNvSpPr txBox="1"/>
          <p:nvPr>
            <p:ph idx="1" type="body"/>
          </p:nvPr>
        </p:nvSpPr>
        <p:spPr>
          <a:xfrm>
            <a:off x="2615050" y="1213650"/>
            <a:ext cx="5581800" cy="27162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Anaheim"/>
              <a:buChar char="●"/>
              <a:defRPr/>
            </a:lvl1pPr>
            <a:lvl2pPr indent="-317500" lvl="1" marL="914400" rtl="0">
              <a:lnSpc>
                <a:spcPct val="100000"/>
              </a:lnSpc>
              <a:spcBef>
                <a:spcPts val="0"/>
              </a:spcBef>
              <a:spcAft>
                <a:spcPts val="0"/>
              </a:spcAft>
              <a:buSzPts val="1400"/>
              <a:buFont typeface="Anaheim"/>
              <a:buChar char="○"/>
              <a:defRPr/>
            </a:lvl2pPr>
            <a:lvl3pPr indent="-317500" lvl="2" marL="1371600" rtl="0">
              <a:lnSpc>
                <a:spcPct val="100000"/>
              </a:lnSpc>
              <a:spcBef>
                <a:spcPts val="0"/>
              </a:spcBef>
              <a:spcAft>
                <a:spcPts val="0"/>
              </a:spcAft>
              <a:buSzPts val="1400"/>
              <a:buFont typeface="Anaheim"/>
              <a:buChar char="■"/>
              <a:defRPr/>
            </a:lvl3pPr>
            <a:lvl4pPr indent="-317500" lvl="3" marL="1828800" rtl="0">
              <a:lnSpc>
                <a:spcPct val="100000"/>
              </a:lnSpc>
              <a:spcBef>
                <a:spcPts val="0"/>
              </a:spcBef>
              <a:spcAft>
                <a:spcPts val="0"/>
              </a:spcAft>
              <a:buSzPts val="1400"/>
              <a:buFont typeface="Anaheim"/>
              <a:buChar char="●"/>
              <a:defRPr/>
            </a:lvl4pPr>
            <a:lvl5pPr indent="-317500" lvl="4" marL="2286000" rtl="0">
              <a:lnSpc>
                <a:spcPct val="100000"/>
              </a:lnSpc>
              <a:spcBef>
                <a:spcPts val="0"/>
              </a:spcBef>
              <a:spcAft>
                <a:spcPts val="0"/>
              </a:spcAft>
              <a:buSzPts val="1400"/>
              <a:buFont typeface="Anaheim"/>
              <a:buChar char="○"/>
              <a:defRPr/>
            </a:lvl5pPr>
            <a:lvl6pPr indent="-317500" lvl="5" marL="2743200" rtl="0">
              <a:lnSpc>
                <a:spcPct val="100000"/>
              </a:lnSpc>
              <a:spcBef>
                <a:spcPts val="0"/>
              </a:spcBef>
              <a:spcAft>
                <a:spcPts val="0"/>
              </a:spcAft>
              <a:buSzPts val="1400"/>
              <a:buFont typeface="Anaheim"/>
              <a:buChar char="■"/>
              <a:defRPr/>
            </a:lvl6pPr>
            <a:lvl7pPr indent="-317500" lvl="6" marL="3200400" rtl="0">
              <a:lnSpc>
                <a:spcPct val="100000"/>
              </a:lnSpc>
              <a:spcBef>
                <a:spcPts val="0"/>
              </a:spcBef>
              <a:spcAft>
                <a:spcPts val="0"/>
              </a:spcAft>
              <a:buSzPts val="1400"/>
              <a:buFont typeface="Anaheim"/>
              <a:buChar char="●"/>
              <a:defRPr/>
            </a:lvl7pPr>
            <a:lvl8pPr indent="-317500" lvl="7" marL="3657600" rtl="0">
              <a:lnSpc>
                <a:spcPct val="100000"/>
              </a:lnSpc>
              <a:spcBef>
                <a:spcPts val="0"/>
              </a:spcBef>
              <a:spcAft>
                <a:spcPts val="0"/>
              </a:spcAft>
              <a:buSzPts val="1400"/>
              <a:buFont typeface="Anaheim"/>
              <a:buChar char="○"/>
              <a:defRPr/>
            </a:lvl8pPr>
            <a:lvl9pPr indent="-317500" lvl="8" marL="4114800" rtl="0">
              <a:lnSpc>
                <a:spcPct val="100000"/>
              </a:lnSpc>
              <a:spcBef>
                <a:spcPts val="0"/>
              </a:spcBef>
              <a:spcAft>
                <a:spcPts val="0"/>
              </a:spcAft>
              <a:buSzPts val="1400"/>
              <a:buFont typeface="Anaheim"/>
              <a:buChar char="■"/>
              <a:defRPr/>
            </a:lvl9pPr>
          </a:lstStyle>
          <a:p/>
        </p:txBody>
      </p:sp>
      <p:cxnSp>
        <p:nvCxnSpPr>
          <p:cNvPr id="143" name="Google Shape;143;p16"/>
          <p:cNvCxnSpPr/>
          <p:nvPr/>
        </p:nvCxnSpPr>
        <p:spPr>
          <a:xfrm>
            <a:off x="2731950" y="410450"/>
            <a:ext cx="609600" cy="0"/>
          </a:xfrm>
          <a:prstGeom prst="straightConnector1">
            <a:avLst/>
          </a:prstGeom>
          <a:noFill/>
          <a:ln cap="flat" cmpd="sng" w="28575">
            <a:solidFill>
              <a:schemeClr val="dk2"/>
            </a:solidFill>
            <a:prstDash val="solid"/>
            <a:round/>
            <a:headEnd len="med" w="med" type="none"/>
            <a:tailEnd len="med" w="med" type="none"/>
          </a:ln>
        </p:spPr>
      </p:cxnSp>
      <p:grpSp>
        <p:nvGrpSpPr>
          <p:cNvPr id="144" name="Google Shape;144;p16"/>
          <p:cNvGrpSpPr/>
          <p:nvPr/>
        </p:nvGrpSpPr>
        <p:grpSpPr>
          <a:xfrm>
            <a:off x="-970487" y="-1187950"/>
            <a:ext cx="2148213" cy="2635749"/>
            <a:chOff x="5119300" y="3450025"/>
            <a:chExt cx="2148213" cy="2635749"/>
          </a:xfrm>
        </p:grpSpPr>
        <p:pic>
          <p:nvPicPr>
            <p:cNvPr id="145" name="Google Shape;145;p16"/>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46" name="Google Shape;146;p16"/>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147" name="Google Shape;147;p16"/>
          <p:cNvPicPr preferRelativeResize="0"/>
          <p:nvPr/>
        </p:nvPicPr>
        <p:blipFill rotWithShape="1">
          <a:blip r:embed="rId3">
            <a:alphaModFix amt="79000"/>
          </a:blip>
          <a:srcRect b="0" l="43842" r="0" t="0"/>
          <a:stretch/>
        </p:blipFill>
        <p:spPr>
          <a:xfrm>
            <a:off x="-40750" y="823700"/>
            <a:ext cx="1316549" cy="2346249"/>
          </a:xfrm>
          <a:prstGeom prst="rect">
            <a:avLst/>
          </a:prstGeom>
          <a:noFill/>
          <a:ln>
            <a:noFill/>
          </a:ln>
        </p:spPr>
      </p:pic>
      <p:pic>
        <p:nvPicPr>
          <p:cNvPr id="148" name="Google Shape;148;p16"/>
          <p:cNvPicPr preferRelativeResize="0"/>
          <p:nvPr/>
        </p:nvPicPr>
        <p:blipFill rotWithShape="1">
          <a:blip r:embed="rId4">
            <a:alphaModFix amt="21000"/>
          </a:blip>
          <a:srcRect b="0" l="55931" r="0" t="0"/>
          <a:stretch/>
        </p:blipFill>
        <p:spPr>
          <a:xfrm>
            <a:off x="-40749" y="-63300"/>
            <a:ext cx="2104300" cy="2539099"/>
          </a:xfrm>
          <a:prstGeom prst="rect">
            <a:avLst/>
          </a:prstGeom>
          <a:noFill/>
          <a:ln>
            <a:noFill/>
          </a:ln>
        </p:spPr>
      </p:pic>
      <p:grpSp>
        <p:nvGrpSpPr>
          <p:cNvPr id="149" name="Google Shape;149;p16"/>
          <p:cNvGrpSpPr/>
          <p:nvPr/>
        </p:nvGrpSpPr>
        <p:grpSpPr>
          <a:xfrm>
            <a:off x="-1672050" y="720473"/>
            <a:ext cx="5313368" cy="5145951"/>
            <a:chOff x="-1900650" y="720473"/>
            <a:chExt cx="5313368" cy="5145951"/>
          </a:xfrm>
        </p:grpSpPr>
        <p:sp>
          <p:nvSpPr>
            <p:cNvPr id="150" name="Google Shape;150;p16"/>
            <p:cNvSpPr/>
            <p:nvPr/>
          </p:nvSpPr>
          <p:spPr>
            <a:xfrm flipH="1">
              <a:off x="-1591278" y="720473"/>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16"/>
            <p:cNvSpPr/>
            <p:nvPr/>
          </p:nvSpPr>
          <p:spPr>
            <a:xfrm flipH="1">
              <a:off x="-1633468" y="1032494"/>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 name="Google Shape;152;p16"/>
            <p:cNvSpPr/>
            <p:nvPr/>
          </p:nvSpPr>
          <p:spPr>
            <a:xfrm flipH="1">
              <a:off x="-1900650" y="720475"/>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53" name="Shape 153"/>
        <p:cNvGrpSpPr/>
        <p:nvPr/>
      </p:nvGrpSpPr>
      <p:grpSpPr>
        <a:xfrm>
          <a:off x="0" y="0"/>
          <a:ext cx="0" cy="0"/>
          <a:chOff x="0" y="0"/>
          <a:chExt cx="0" cy="0"/>
        </a:xfrm>
      </p:grpSpPr>
      <p:sp>
        <p:nvSpPr>
          <p:cNvPr id="154" name="Google Shape;154;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5" name="Google Shape;155;p17"/>
          <p:cNvSpPr txBox="1"/>
          <p:nvPr>
            <p:ph idx="1" type="subTitle"/>
          </p:nvPr>
        </p:nvSpPr>
        <p:spPr>
          <a:xfrm>
            <a:off x="713225" y="2579825"/>
            <a:ext cx="2280600" cy="139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6" name="Google Shape;156;p17"/>
          <p:cNvSpPr txBox="1"/>
          <p:nvPr>
            <p:ph idx="2" type="subTitle"/>
          </p:nvPr>
        </p:nvSpPr>
        <p:spPr>
          <a:xfrm>
            <a:off x="3259700" y="2579825"/>
            <a:ext cx="2280600" cy="139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7" name="Google Shape;157;p17"/>
          <p:cNvSpPr txBox="1"/>
          <p:nvPr>
            <p:ph idx="3" type="subTitle"/>
          </p:nvPr>
        </p:nvSpPr>
        <p:spPr>
          <a:xfrm>
            <a:off x="5806525" y="2579825"/>
            <a:ext cx="2280600" cy="139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8" name="Google Shape;158;p17"/>
          <p:cNvSpPr txBox="1"/>
          <p:nvPr>
            <p:ph idx="4" type="subTitle"/>
          </p:nvPr>
        </p:nvSpPr>
        <p:spPr>
          <a:xfrm>
            <a:off x="713225" y="1959075"/>
            <a:ext cx="22806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59" name="Google Shape;159;p17"/>
          <p:cNvSpPr txBox="1"/>
          <p:nvPr>
            <p:ph idx="5" type="subTitle"/>
          </p:nvPr>
        </p:nvSpPr>
        <p:spPr>
          <a:xfrm>
            <a:off x="3259704" y="1959075"/>
            <a:ext cx="22806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60" name="Google Shape;160;p17"/>
          <p:cNvSpPr txBox="1"/>
          <p:nvPr>
            <p:ph idx="6" type="subTitle"/>
          </p:nvPr>
        </p:nvSpPr>
        <p:spPr>
          <a:xfrm>
            <a:off x="5806525" y="1959075"/>
            <a:ext cx="22806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61" name="Google Shape;161;p17"/>
          <p:cNvGrpSpPr/>
          <p:nvPr/>
        </p:nvGrpSpPr>
        <p:grpSpPr>
          <a:xfrm flipH="1" rot="10800000">
            <a:off x="5149200" y="-2223977"/>
            <a:ext cx="5313368" cy="5145951"/>
            <a:chOff x="5263075" y="2238848"/>
            <a:chExt cx="5313368" cy="5145951"/>
          </a:xfrm>
        </p:grpSpPr>
        <p:sp>
          <p:nvSpPr>
            <p:cNvPr id="162" name="Google Shape;162;p17"/>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17"/>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17"/>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5" name="Google Shape;165;p17"/>
          <p:cNvGrpSpPr/>
          <p:nvPr/>
        </p:nvGrpSpPr>
        <p:grpSpPr>
          <a:xfrm>
            <a:off x="62764" y="3946328"/>
            <a:ext cx="1850041" cy="2269907"/>
            <a:chOff x="5119300" y="3450025"/>
            <a:chExt cx="2148213" cy="2635749"/>
          </a:xfrm>
        </p:grpSpPr>
        <p:pic>
          <p:nvPicPr>
            <p:cNvPr id="166" name="Google Shape;166;p17"/>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67" name="Google Shape;167;p17"/>
            <p:cNvPicPr preferRelativeResize="0"/>
            <p:nvPr/>
          </p:nvPicPr>
          <p:blipFill>
            <a:blip r:embed="rId2">
              <a:alphaModFix/>
            </a:blip>
            <a:stretch>
              <a:fillRect/>
            </a:stretch>
          </p:blipFill>
          <p:spPr>
            <a:xfrm>
              <a:off x="5576500" y="4392300"/>
              <a:ext cx="1691013" cy="1693474"/>
            </a:xfrm>
            <a:prstGeom prst="rect">
              <a:avLst/>
            </a:prstGeom>
            <a:noFill/>
            <a:ln>
              <a:noFill/>
            </a:ln>
          </p:spPr>
        </p:pic>
      </p:grpSp>
      <p:cxnSp>
        <p:nvCxnSpPr>
          <p:cNvPr id="168" name="Google Shape;168;p17"/>
          <p:cNvCxnSpPr/>
          <p:nvPr/>
        </p:nvCxnSpPr>
        <p:spPr>
          <a:xfrm>
            <a:off x="826950" y="410450"/>
            <a:ext cx="609600" cy="0"/>
          </a:xfrm>
          <a:prstGeom prst="straightConnector1">
            <a:avLst/>
          </a:prstGeom>
          <a:noFill/>
          <a:ln cap="flat" cmpd="sng" w="28575">
            <a:solidFill>
              <a:schemeClr val="dk2"/>
            </a:solidFill>
            <a:prstDash val="solid"/>
            <a:round/>
            <a:headEnd len="med" w="med" type="none"/>
            <a:tailEnd len="med" w="med" type="none"/>
          </a:ln>
        </p:spPr>
      </p:cxnSp>
      <p:pic>
        <p:nvPicPr>
          <p:cNvPr id="169" name="Google Shape;169;p17"/>
          <p:cNvPicPr preferRelativeResize="0"/>
          <p:nvPr/>
        </p:nvPicPr>
        <p:blipFill>
          <a:blip r:embed="rId3">
            <a:alphaModFix amt="21000"/>
          </a:blip>
          <a:stretch>
            <a:fillRect/>
          </a:stretch>
        </p:blipFill>
        <p:spPr>
          <a:xfrm flipH="1" rot="10800000">
            <a:off x="6043226" y="4157321"/>
            <a:ext cx="4775101" cy="2539096"/>
          </a:xfrm>
          <a:prstGeom prst="rect">
            <a:avLst/>
          </a:prstGeom>
          <a:noFill/>
          <a:ln>
            <a:noFill/>
          </a:ln>
        </p:spPr>
      </p:pic>
      <p:pic>
        <p:nvPicPr>
          <p:cNvPr id="170" name="Google Shape;170;p17"/>
          <p:cNvPicPr preferRelativeResize="0"/>
          <p:nvPr/>
        </p:nvPicPr>
        <p:blipFill>
          <a:blip r:embed="rId4">
            <a:alphaModFix amt="79000"/>
          </a:blip>
          <a:stretch>
            <a:fillRect/>
          </a:stretch>
        </p:blipFill>
        <p:spPr>
          <a:xfrm>
            <a:off x="7851750" y="3840111"/>
            <a:ext cx="2344349" cy="234625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71" name="Shape 171"/>
        <p:cNvGrpSpPr/>
        <p:nvPr/>
      </p:nvGrpSpPr>
      <p:grpSpPr>
        <a:xfrm>
          <a:off x="0" y="0"/>
          <a:ext cx="0" cy="0"/>
          <a:chOff x="0" y="0"/>
          <a:chExt cx="0" cy="0"/>
        </a:xfrm>
      </p:grpSpPr>
      <p:sp>
        <p:nvSpPr>
          <p:cNvPr id="172" name="Google Shape;172;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3" name="Google Shape;173;p18"/>
          <p:cNvSpPr txBox="1"/>
          <p:nvPr>
            <p:ph idx="1" type="subTitle"/>
          </p:nvPr>
        </p:nvSpPr>
        <p:spPr>
          <a:xfrm>
            <a:off x="720000" y="1825100"/>
            <a:ext cx="2885400" cy="87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4" name="Google Shape;174;p18"/>
          <p:cNvSpPr txBox="1"/>
          <p:nvPr>
            <p:ph idx="2" type="subTitle"/>
          </p:nvPr>
        </p:nvSpPr>
        <p:spPr>
          <a:xfrm>
            <a:off x="4546547" y="1825100"/>
            <a:ext cx="2885400" cy="87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5" name="Google Shape;175;p18"/>
          <p:cNvSpPr txBox="1"/>
          <p:nvPr>
            <p:ph idx="3" type="subTitle"/>
          </p:nvPr>
        </p:nvSpPr>
        <p:spPr>
          <a:xfrm>
            <a:off x="720000" y="3333275"/>
            <a:ext cx="2885400" cy="87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6" name="Google Shape;176;p18"/>
          <p:cNvSpPr txBox="1"/>
          <p:nvPr>
            <p:ph idx="4" type="subTitle"/>
          </p:nvPr>
        </p:nvSpPr>
        <p:spPr>
          <a:xfrm>
            <a:off x="4546547" y="3333275"/>
            <a:ext cx="2885400" cy="87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7" name="Google Shape;177;p18"/>
          <p:cNvSpPr txBox="1"/>
          <p:nvPr>
            <p:ph idx="5" type="subTitle"/>
          </p:nvPr>
        </p:nvSpPr>
        <p:spPr>
          <a:xfrm>
            <a:off x="720000" y="1455550"/>
            <a:ext cx="288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8" name="Google Shape;178;p18"/>
          <p:cNvSpPr txBox="1"/>
          <p:nvPr>
            <p:ph idx="6" type="subTitle"/>
          </p:nvPr>
        </p:nvSpPr>
        <p:spPr>
          <a:xfrm>
            <a:off x="720000" y="2963800"/>
            <a:ext cx="288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9" name="Google Shape;179;p18"/>
          <p:cNvSpPr txBox="1"/>
          <p:nvPr>
            <p:ph idx="7" type="subTitle"/>
          </p:nvPr>
        </p:nvSpPr>
        <p:spPr>
          <a:xfrm>
            <a:off x="4546525" y="1455550"/>
            <a:ext cx="288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0" name="Google Shape;180;p18"/>
          <p:cNvSpPr txBox="1"/>
          <p:nvPr>
            <p:ph idx="8" type="subTitle"/>
          </p:nvPr>
        </p:nvSpPr>
        <p:spPr>
          <a:xfrm>
            <a:off x="4546525" y="2963800"/>
            <a:ext cx="288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81" name="Google Shape;181;p18"/>
          <p:cNvGrpSpPr/>
          <p:nvPr/>
        </p:nvGrpSpPr>
        <p:grpSpPr>
          <a:xfrm>
            <a:off x="-937361" y="3117653"/>
            <a:ext cx="1850041" cy="2269907"/>
            <a:chOff x="5119300" y="3450025"/>
            <a:chExt cx="2148213" cy="2635749"/>
          </a:xfrm>
        </p:grpSpPr>
        <p:pic>
          <p:nvPicPr>
            <p:cNvPr id="182" name="Google Shape;182;p18"/>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183" name="Google Shape;183;p18"/>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184" name="Google Shape;184;p18"/>
          <p:cNvGrpSpPr/>
          <p:nvPr/>
        </p:nvGrpSpPr>
        <p:grpSpPr>
          <a:xfrm>
            <a:off x="5930250" y="1760273"/>
            <a:ext cx="5313368" cy="5145951"/>
            <a:chOff x="5263075" y="2238848"/>
            <a:chExt cx="5313368" cy="5145951"/>
          </a:xfrm>
        </p:grpSpPr>
        <p:sp>
          <p:nvSpPr>
            <p:cNvPr id="185" name="Google Shape;185;p18"/>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18"/>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18"/>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cxnSp>
        <p:nvCxnSpPr>
          <p:cNvPr id="188" name="Google Shape;188;p18"/>
          <p:cNvCxnSpPr/>
          <p:nvPr/>
        </p:nvCxnSpPr>
        <p:spPr>
          <a:xfrm>
            <a:off x="826950" y="410450"/>
            <a:ext cx="609600" cy="0"/>
          </a:xfrm>
          <a:prstGeom prst="straightConnector1">
            <a:avLst/>
          </a:prstGeom>
          <a:noFill/>
          <a:ln cap="flat" cmpd="sng" w="28575">
            <a:solidFill>
              <a:schemeClr val="dk2"/>
            </a:solidFill>
            <a:prstDash val="solid"/>
            <a:round/>
            <a:headEnd len="med" w="med" type="none"/>
            <a:tailEnd len="med" w="med" type="none"/>
          </a:ln>
        </p:spPr>
      </p:cxnSp>
      <p:pic>
        <p:nvPicPr>
          <p:cNvPr id="189" name="Google Shape;189;p18"/>
          <p:cNvPicPr preferRelativeResize="0"/>
          <p:nvPr/>
        </p:nvPicPr>
        <p:blipFill>
          <a:blip r:embed="rId3">
            <a:alphaModFix amt="79000"/>
          </a:blip>
          <a:stretch>
            <a:fillRect/>
          </a:stretch>
        </p:blipFill>
        <p:spPr>
          <a:xfrm>
            <a:off x="7739450" y="-1318753"/>
            <a:ext cx="2344349" cy="2346255"/>
          </a:xfrm>
          <a:prstGeom prst="rect">
            <a:avLst/>
          </a:prstGeom>
          <a:noFill/>
          <a:ln>
            <a:noFill/>
          </a:ln>
        </p:spPr>
      </p:pic>
      <p:pic>
        <p:nvPicPr>
          <p:cNvPr id="190" name="Google Shape;190;p18"/>
          <p:cNvPicPr preferRelativeResize="0"/>
          <p:nvPr/>
        </p:nvPicPr>
        <p:blipFill>
          <a:blip r:embed="rId4">
            <a:alphaModFix amt="21000"/>
          </a:blip>
          <a:stretch>
            <a:fillRect/>
          </a:stretch>
        </p:blipFill>
        <p:spPr>
          <a:xfrm>
            <a:off x="5854726" y="-1371604"/>
            <a:ext cx="4775101" cy="253909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1" name="Shape 191"/>
        <p:cNvGrpSpPr/>
        <p:nvPr/>
      </p:nvGrpSpPr>
      <p:grpSpPr>
        <a:xfrm>
          <a:off x="0" y="0"/>
          <a:ext cx="0" cy="0"/>
          <a:chOff x="0" y="0"/>
          <a:chExt cx="0" cy="0"/>
        </a:xfrm>
      </p:grpSpPr>
      <p:sp>
        <p:nvSpPr>
          <p:cNvPr id="192" name="Google Shape;19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3" name="Google Shape;193;p19"/>
          <p:cNvSpPr txBox="1"/>
          <p:nvPr>
            <p:ph idx="1" type="subTitle"/>
          </p:nvPr>
        </p:nvSpPr>
        <p:spPr>
          <a:xfrm>
            <a:off x="720000" y="1710161"/>
            <a:ext cx="20595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4" name="Google Shape;194;p19"/>
          <p:cNvSpPr txBox="1"/>
          <p:nvPr>
            <p:ph idx="2" type="subTitle"/>
          </p:nvPr>
        </p:nvSpPr>
        <p:spPr>
          <a:xfrm>
            <a:off x="3121800" y="1710161"/>
            <a:ext cx="20595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5" name="Google Shape;195;p19"/>
          <p:cNvSpPr txBox="1"/>
          <p:nvPr>
            <p:ph idx="3" type="subTitle"/>
          </p:nvPr>
        </p:nvSpPr>
        <p:spPr>
          <a:xfrm>
            <a:off x="720000" y="3440450"/>
            <a:ext cx="20595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6" name="Google Shape;196;p19"/>
          <p:cNvSpPr txBox="1"/>
          <p:nvPr>
            <p:ph idx="4" type="subTitle"/>
          </p:nvPr>
        </p:nvSpPr>
        <p:spPr>
          <a:xfrm>
            <a:off x="3121800" y="3440450"/>
            <a:ext cx="20595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7" name="Google Shape;197;p19"/>
          <p:cNvSpPr txBox="1"/>
          <p:nvPr>
            <p:ph idx="5" type="subTitle"/>
          </p:nvPr>
        </p:nvSpPr>
        <p:spPr>
          <a:xfrm>
            <a:off x="5523600" y="1710161"/>
            <a:ext cx="20595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8" name="Google Shape;198;p19"/>
          <p:cNvSpPr txBox="1"/>
          <p:nvPr>
            <p:ph idx="6" type="subTitle"/>
          </p:nvPr>
        </p:nvSpPr>
        <p:spPr>
          <a:xfrm>
            <a:off x="5523600" y="3440450"/>
            <a:ext cx="20595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9" name="Google Shape;199;p19"/>
          <p:cNvSpPr txBox="1"/>
          <p:nvPr>
            <p:ph idx="7" type="subTitle"/>
          </p:nvPr>
        </p:nvSpPr>
        <p:spPr>
          <a:xfrm>
            <a:off x="720000" y="1336275"/>
            <a:ext cx="2059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0" name="Google Shape;200;p19"/>
          <p:cNvSpPr txBox="1"/>
          <p:nvPr>
            <p:ph idx="8" type="subTitle"/>
          </p:nvPr>
        </p:nvSpPr>
        <p:spPr>
          <a:xfrm>
            <a:off x="3121800" y="1336275"/>
            <a:ext cx="2059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1" name="Google Shape;201;p19"/>
          <p:cNvSpPr txBox="1"/>
          <p:nvPr>
            <p:ph idx="9" type="subTitle"/>
          </p:nvPr>
        </p:nvSpPr>
        <p:spPr>
          <a:xfrm>
            <a:off x="5523600" y="1336275"/>
            <a:ext cx="2059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2" name="Google Shape;202;p19"/>
          <p:cNvSpPr txBox="1"/>
          <p:nvPr>
            <p:ph idx="13" type="subTitle"/>
          </p:nvPr>
        </p:nvSpPr>
        <p:spPr>
          <a:xfrm>
            <a:off x="720000" y="3063352"/>
            <a:ext cx="2059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3" name="Google Shape;203;p19"/>
          <p:cNvSpPr txBox="1"/>
          <p:nvPr>
            <p:ph idx="14" type="subTitle"/>
          </p:nvPr>
        </p:nvSpPr>
        <p:spPr>
          <a:xfrm>
            <a:off x="3121800" y="3063352"/>
            <a:ext cx="2059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4" name="Google Shape;204;p19"/>
          <p:cNvSpPr txBox="1"/>
          <p:nvPr>
            <p:ph idx="15" type="subTitle"/>
          </p:nvPr>
        </p:nvSpPr>
        <p:spPr>
          <a:xfrm>
            <a:off x="5523600" y="3063352"/>
            <a:ext cx="2059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solidFill>
                  <a:schemeClr val="dk1"/>
                </a:solidFill>
                <a:latin typeface="Hind"/>
                <a:ea typeface="Hind"/>
                <a:cs typeface="Hind"/>
                <a:sym typeface="Hin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205" name="Google Shape;205;p19"/>
          <p:cNvGrpSpPr/>
          <p:nvPr/>
        </p:nvGrpSpPr>
        <p:grpSpPr>
          <a:xfrm flipH="1" rot="10800000">
            <a:off x="5149200" y="-2223977"/>
            <a:ext cx="5313368" cy="5145951"/>
            <a:chOff x="5263075" y="2238848"/>
            <a:chExt cx="5313368" cy="5145951"/>
          </a:xfrm>
        </p:grpSpPr>
        <p:sp>
          <p:nvSpPr>
            <p:cNvPr id="206" name="Google Shape;206;p19"/>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19"/>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19"/>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209" name="Google Shape;209;p19"/>
          <p:cNvPicPr preferRelativeResize="0"/>
          <p:nvPr/>
        </p:nvPicPr>
        <p:blipFill>
          <a:blip r:embed="rId2">
            <a:alphaModFix amt="21000"/>
          </a:blip>
          <a:stretch>
            <a:fillRect/>
          </a:stretch>
        </p:blipFill>
        <p:spPr>
          <a:xfrm flipH="1" rot="10800000">
            <a:off x="6835801" y="3991421"/>
            <a:ext cx="4775101" cy="2539096"/>
          </a:xfrm>
          <a:prstGeom prst="rect">
            <a:avLst/>
          </a:prstGeom>
          <a:noFill/>
          <a:ln>
            <a:noFill/>
          </a:ln>
        </p:spPr>
      </p:pic>
      <p:pic>
        <p:nvPicPr>
          <p:cNvPr id="210" name="Google Shape;210;p19"/>
          <p:cNvPicPr preferRelativeResize="0"/>
          <p:nvPr/>
        </p:nvPicPr>
        <p:blipFill>
          <a:blip r:embed="rId3">
            <a:alphaModFix amt="79000"/>
          </a:blip>
          <a:stretch>
            <a:fillRect/>
          </a:stretch>
        </p:blipFill>
        <p:spPr>
          <a:xfrm>
            <a:off x="7606100" y="3721836"/>
            <a:ext cx="2344349" cy="2346255"/>
          </a:xfrm>
          <a:prstGeom prst="rect">
            <a:avLst/>
          </a:prstGeom>
          <a:noFill/>
          <a:ln>
            <a:noFill/>
          </a:ln>
        </p:spPr>
      </p:pic>
      <p:cxnSp>
        <p:nvCxnSpPr>
          <p:cNvPr id="211" name="Google Shape;211;p19"/>
          <p:cNvCxnSpPr/>
          <p:nvPr/>
        </p:nvCxnSpPr>
        <p:spPr>
          <a:xfrm>
            <a:off x="826950" y="410450"/>
            <a:ext cx="609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12" name="Shape 212"/>
        <p:cNvGrpSpPr/>
        <p:nvPr/>
      </p:nvGrpSpPr>
      <p:grpSpPr>
        <a:xfrm>
          <a:off x="0" y="0"/>
          <a:ext cx="0" cy="0"/>
          <a:chOff x="0" y="0"/>
          <a:chExt cx="0" cy="0"/>
        </a:xfrm>
      </p:grpSpPr>
      <p:sp>
        <p:nvSpPr>
          <p:cNvPr id="213" name="Google Shape;213;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214" name="Google Shape;214;p20"/>
          <p:cNvCxnSpPr/>
          <p:nvPr/>
        </p:nvCxnSpPr>
        <p:spPr>
          <a:xfrm>
            <a:off x="826950" y="410450"/>
            <a:ext cx="609600" cy="0"/>
          </a:xfrm>
          <a:prstGeom prst="straightConnector1">
            <a:avLst/>
          </a:prstGeom>
          <a:noFill/>
          <a:ln cap="flat" cmpd="sng" w="28575">
            <a:solidFill>
              <a:schemeClr val="dk2"/>
            </a:solidFill>
            <a:prstDash val="solid"/>
            <a:round/>
            <a:headEnd len="med" w="med" type="none"/>
            <a:tailEnd len="med" w="med" type="none"/>
          </a:ln>
        </p:spPr>
      </p:cxnSp>
      <p:grpSp>
        <p:nvGrpSpPr>
          <p:cNvPr id="215" name="Google Shape;215;p20"/>
          <p:cNvGrpSpPr/>
          <p:nvPr/>
        </p:nvGrpSpPr>
        <p:grpSpPr>
          <a:xfrm>
            <a:off x="6384557" y="2190715"/>
            <a:ext cx="4554088" cy="4410594"/>
            <a:chOff x="5263075" y="2238848"/>
            <a:chExt cx="5313368" cy="5145951"/>
          </a:xfrm>
        </p:grpSpPr>
        <p:sp>
          <p:nvSpPr>
            <p:cNvPr id="216" name="Google Shape;216;p20"/>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20"/>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20"/>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9" name="Google Shape;219;p20"/>
          <p:cNvGrpSpPr/>
          <p:nvPr/>
        </p:nvGrpSpPr>
        <p:grpSpPr>
          <a:xfrm>
            <a:off x="-937361" y="3117653"/>
            <a:ext cx="1850041" cy="2269907"/>
            <a:chOff x="5119300" y="3450025"/>
            <a:chExt cx="2148213" cy="2635749"/>
          </a:xfrm>
        </p:grpSpPr>
        <p:pic>
          <p:nvPicPr>
            <p:cNvPr id="220" name="Google Shape;220;p20"/>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221" name="Google Shape;221;p20"/>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222" name="Google Shape;222;p20"/>
          <p:cNvPicPr preferRelativeResize="0"/>
          <p:nvPr/>
        </p:nvPicPr>
        <p:blipFill>
          <a:blip r:embed="rId3">
            <a:alphaModFix amt="21000"/>
          </a:blip>
          <a:stretch>
            <a:fillRect/>
          </a:stretch>
        </p:blipFill>
        <p:spPr>
          <a:xfrm>
            <a:off x="5854726" y="-1371604"/>
            <a:ext cx="4775101" cy="2539096"/>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23" name="Shape 223"/>
        <p:cNvGrpSpPr/>
        <p:nvPr/>
      </p:nvGrpSpPr>
      <p:grpSpPr>
        <a:xfrm>
          <a:off x="0" y="0"/>
          <a:ext cx="0" cy="0"/>
          <a:chOff x="0" y="0"/>
          <a:chExt cx="0" cy="0"/>
        </a:xfrm>
      </p:grpSpPr>
      <p:sp>
        <p:nvSpPr>
          <p:cNvPr id="224" name="Google Shape;224;p21"/>
          <p:cNvSpPr txBox="1"/>
          <p:nvPr>
            <p:ph type="title"/>
          </p:nvPr>
        </p:nvSpPr>
        <p:spPr>
          <a:xfrm>
            <a:off x="713275" y="963979"/>
            <a:ext cx="4448100" cy="930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54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5" name="Google Shape;225;p21"/>
          <p:cNvSpPr txBox="1"/>
          <p:nvPr>
            <p:ph idx="1" type="subTitle"/>
          </p:nvPr>
        </p:nvSpPr>
        <p:spPr>
          <a:xfrm>
            <a:off x="713225" y="1840950"/>
            <a:ext cx="4448100" cy="105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5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26" name="Google Shape;226;p21"/>
          <p:cNvSpPr txBox="1"/>
          <p:nvPr/>
        </p:nvSpPr>
        <p:spPr>
          <a:xfrm>
            <a:off x="713225" y="3478125"/>
            <a:ext cx="3795600" cy="7560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Golos Text"/>
                <a:ea typeface="Golos Text"/>
                <a:cs typeface="Golos Text"/>
                <a:sym typeface="Golos Text"/>
              </a:rPr>
              <a:t>CREDITS:</a:t>
            </a:r>
            <a:r>
              <a:rPr lang="en" sz="1200">
                <a:solidFill>
                  <a:schemeClr val="dk1"/>
                </a:solidFill>
                <a:latin typeface="Golos Text"/>
                <a:ea typeface="Golos Text"/>
                <a:cs typeface="Golos Text"/>
                <a:sym typeface="Golos Text"/>
              </a:rPr>
              <a:t> This presentation template was created by </a:t>
            </a:r>
            <a:r>
              <a:rPr b="1" lang="en" sz="1200" u="sng">
                <a:solidFill>
                  <a:schemeClr val="dk1"/>
                </a:solidFill>
                <a:latin typeface="Golos Text"/>
                <a:ea typeface="Golos Text"/>
                <a:cs typeface="Golos Text"/>
                <a:sym typeface="Golos Text"/>
                <a:hlinkClick r:id="rId2">
                  <a:extLst>
                    <a:ext uri="{A12FA001-AC4F-418D-AE19-62706E023703}">
                      <ahyp:hlinkClr val="tx"/>
                    </a:ext>
                  </a:extLst>
                </a:hlinkClick>
              </a:rPr>
              <a:t>Slidesgo</a:t>
            </a:r>
            <a:r>
              <a:rPr lang="en" sz="1200">
                <a:solidFill>
                  <a:schemeClr val="dk1"/>
                </a:solidFill>
                <a:latin typeface="Golos Text"/>
                <a:ea typeface="Golos Text"/>
                <a:cs typeface="Golos Text"/>
                <a:sym typeface="Golos Text"/>
              </a:rPr>
              <a:t>, and includes icons by </a:t>
            </a:r>
            <a:r>
              <a:rPr b="1" lang="en" sz="1200" u="sng">
                <a:solidFill>
                  <a:schemeClr val="dk1"/>
                </a:solidFill>
                <a:latin typeface="Golos Text"/>
                <a:ea typeface="Golos Text"/>
                <a:cs typeface="Golos Text"/>
                <a:sym typeface="Golos Text"/>
                <a:hlinkClick r:id="rId3">
                  <a:extLst>
                    <a:ext uri="{A12FA001-AC4F-418D-AE19-62706E023703}">
                      <ahyp:hlinkClr val="tx"/>
                    </a:ext>
                  </a:extLst>
                </a:hlinkClick>
              </a:rPr>
              <a:t>Flaticon</a:t>
            </a:r>
            <a:r>
              <a:rPr lang="en" sz="1200">
                <a:solidFill>
                  <a:schemeClr val="dk1"/>
                </a:solidFill>
                <a:latin typeface="Golos Text"/>
                <a:ea typeface="Golos Text"/>
                <a:cs typeface="Golos Text"/>
                <a:sym typeface="Golos Text"/>
              </a:rPr>
              <a:t>, and infographics &amp; images by </a:t>
            </a:r>
            <a:r>
              <a:rPr b="1" lang="en" sz="1200" u="sng">
                <a:solidFill>
                  <a:schemeClr val="dk1"/>
                </a:solidFill>
                <a:latin typeface="Golos Text"/>
                <a:ea typeface="Golos Text"/>
                <a:cs typeface="Golos Text"/>
                <a:sym typeface="Golos Text"/>
                <a:hlinkClick r:id="rId4">
                  <a:extLst>
                    <a:ext uri="{A12FA001-AC4F-418D-AE19-62706E023703}">
                      <ahyp:hlinkClr val="tx"/>
                    </a:ext>
                  </a:extLst>
                </a:hlinkClick>
              </a:rPr>
              <a:t>Freepik</a:t>
            </a:r>
            <a:r>
              <a:rPr lang="en" sz="1200" u="sng">
                <a:solidFill>
                  <a:schemeClr val="dk1"/>
                </a:solidFill>
                <a:latin typeface="Golos Text"/>
                <a:ea typeface="Golos Text"/>
                <a:cs typeface="Golos Text"/>
                <a:sym typeface="Golos Text"/>
              </a:rPr>
              <a:t> </a:t>
            </a:r>
            <a:endParaRPr b="1" sz="1200" u="sng">
              <a:solidFill>
                <a:schemeClr val="dk1"/>
              </a:solidFill>
              <a:latin typeface="Golos Text"/>
              <a:ea typeface="Golos Text"/>
              <a:cs typeface="Golos Text"/>
              <a:sym typeface="Golos Tex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27" name="Shape 227"/>
        <p:cNvGrpSpPr/>
        <p:nvPr/>
      </p:nvGrpSpPr>
      <p:grpSpPr>
        <a:xfrm>
          <a:off x="0" y="0"/>
          <a:ext cx="0" cy="0"/>
          <a:chOff x="0" y="0"/>
          <a:chExt cx="0" cy="0"/>
        </a:xfrm>
      </p:grpSpPr>
      <p:grpSp>
        <p:nvGrpSpPr>
          <p:cNvPr id="228" name="Google Shape;228;p22"/>
          <p:cNvGrpSpPr/>
          <p:nvPr/>
        </p:nvGrpSpPr>
        <p:grpSpPr>
          <a:xfrm flipH="1" rot="10800000">
            <a:off x="4920600" y="-1385777"/>
            <a:ext cx="5313368" cy="5145951"/>
            <a:chOff x="5263075" y="2238848"/>
            <a:chExt cx="5313368" cy="5145951"/>
          </a:xfrm>
        </p:grpSpPr>
        <p:sp>
          <p:nvSpPr>
            <p:cNvPr id="229" name="Google Shape;229;p22"/>
            <p:cNvSpPr/>
            <p:nvPr/>
          </p:nvSpPr>
          <p:spPr>
            <a:xfrm>
              <a:off x="5263075" y="2238848"/>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 name="Google Shape;230;p22"/>
            <p:cNvSpPr/>
            <p:nvPr/>
          </p:nvSpPr>
          <p:spPr>
            <a:xfrm>
              <a:off x="5305376" y="2550869"/>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 name="Google Shape;231;p22"/>
            <p:cNvSpPr/>
            <p:nvPr/>
          </p:nvSpPr>
          <p:spPr>
            <a:xfrm>
              <a:off x="5305374" y="2238850"/>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2" name="Google Shape;232;p22"/>
          <p:cNvGrpSpPr/>
          <p:nvPr/>
        </p:nvGrpSpPr>
        <p:grpSpPr>
          <a:xfrm>
            <a:off x="-360073" y="3617453"/>
            <a:ext cx="1850041" cy="2269907"/>
            <a:chOff x="5119300" y="3450025"/>
            <a:chExt cx="2148213" cy="2635749"/>
          </a:xfrm>
        </p:grpSpPr>
        <p:pic>
          <p:nvPicPr>
            <p:cNvPr id="233" name="Google Shape;233;p22"/>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234" name="Google Shape;234;p22"/>
            <p:cNvPicPr preferRelativeResize="0"/>
            <p:nvPr/>
          </p:nvPicPr>
          <p:blipFill>
            <a:blip r:embed="rId2">
              <a:alphaModFix/>
            </a:blip>
            <a:stretch>
              <a:fillRect/>
            </a:stretch>
          </p:blipFill>
          <p:spPr>
            <a:xfrm>
              <a:off x="5576500" y="4392300"/>
              <a:ext cx="1691013" cy="1693474"/>
            </a:xfrm>
            <a:prstGeom prst="rect">
              <a:avLst/>
            </a:prstGeom>
            <a:noFill/>
            <a:ln>
              <a:noFill/>
            </a:ln>
          </p:spPr>
        </p:pic>
      </p:grpSp>
      <p:grpSp>
        <p:nvGrpSpPr>
          <p:cNvPr id="235" name="Google Shape;235;p22"/>
          <p:cNvGrpSpPr/>
          <p:nvPr/>
        </p:nvGrpSpPr>
        <p:grpSpPr>
          <a:xfrm>
            <a:off x="7270851" y="4026546"/>
            <a:ext cx="4775101" cy="2539096"/>
            <a:chOff x="6835801" y="3991421"/>
            <a:chExt cx="4775101" cy="2539096"/>
          </a:xfrm>
        </p:grpSpPr>
        <p:pic>
          <p:nvPicPr>
            <p:cNvPr id="236" name="Google Shape;236;p22"/>
            <p:cNvPicPr preferRelativeResize="0"/>
            <p:nvPr/>
          </p:nvPicPr>
          <p:blipFill>
            <a:blip r:embed="rId3">
              <a:alphaModFix amt="21000"/>
            </a:blip>
            <a:stretch>
              <a:fillRect/>
            </a:stretch>
          </p:blipFill>
          <p:spPr>
            <a:xfrm flipH="1" rot="10800000">
              <a:off x="6835801" y="3991421"/>
              <a:ext cx="4775101" cy="2539096"/>
            </a:xfrm>
            <a:prstGeom prst="rect">
              <a:avLst/>
            </a:prstGeom>
            <a:noFill/>
            <a:ln>
              <a:noFill/>
            </a:ln>
          </p:spPr>
        </p:pic>
        <p:pic>
          <p:nvPicPr>
            <p:cNvPr id="237" name="Google Shape;237;p22"/>
            <p:cNvPicPr preferRelativeResize="0"/>
            <p:nvPr/>
          </p:nvPicPr>
          <p:blipFill>
            <a:blip r:embed="rId4">
              <a:alphaModFix amt="79000"/>
            </a:blip>
            <a:stretch>
              <a:fillRect/>
            </a:stretch>
          </p:blipFill>
          <p:spPr>
            <a:xfrm>
              <a:off x="7501325" y="4109461"/>
              <a:ext cx="2344349" cy="2346255"/>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38" name="Shape 238"/>
        <p:cNvGrpSpPr/>
        <p:nvPr/>
      </p:nvGrpSpPr>
      <p:grpSpPr>
        <a:xfrm>
          <a:off x="0" y="0"/>
          <a:ext cx="0" cy="0"/>
          <a:chOff x="0" y="0"/>
          <a:chExt cx="0" cy="0"/>
        </a:xfrm>
      </p:grpSpPr>
      <p:grpSp>
        <p:nvGrpSpPr>
          <p:cNvPr id="239" name="Google Shape;239;p23"/>
          <p:cNvGrpSpPr/>
          <p:nvPr/>
        </p:nvGrpSpPr>
        <p:grpSpPr>
          <a:xfrm>
            <a:off x="-970487" y="-1187950"/>
            <a:ext cx="2148213" cy="2635749"/>
            <a:chOff x="5119300" y="3450025"/>
            <a:chExt cx="2148213" cy="2635749"/>
          </a:xfrm>
        </p:grpSpPr>
        <p:pic>
          <p:nvPicPr>
            <p:cNvPr id="240" name="Google Shape;240;p23"/>
            <p:cNvPicPr preferRelativeResize="0"/>
            <p:nvPr/>
          </p:nvPicPr>
          <p:blipFill>
            <a:blip r:embed="rId2">
              <a:alphaModFix/>
            </a:blip>
            <a:stretch>
              <a:fillRect/>
            </a:stretch>
          </p:blipFill>
          <p:spPr>
            <a:xfrm>
              <a:off x="5119300" y="3450025"/>
              <a:ext cx="1691013" cy="1693474"/>
            </a:xfrm>
            <a:prstGeom prst="rect">
              <a:avLst/>
            </a:prstGeom>
            <a:noFill/>
            <a:ln>
              <a:noFill/>
            </a:ln>
          </p:spPr>
        </p:pic>
        <p:pic>
          <p:nvPicPr>
            <p:cNvPr id="241" name="Google Shape;241;p23"/>
            <p:cNvPicPr preferRelativeResize="0"/>
            <p:nvPr/>
          </p:nvPicPr>
          <p:blipFill>
            <a:blip r:embed="rId2">
              <a:alphaModFix/>
            </a:blip>
            <a:stretch>
              <a:fillRect/>
            </a:stretch>
          </p:blipFill>
          <p:spPr>
            <a:xfrm>
              <a:off x="5576500" y="4392300"/>
              <a:ext cx="1691013" cy="1693474"/>
            </a:xfrm>
            <a:prstGeom prst="rect">
              <a:avLst/>
            </a:prstGeom>
            <a:noFill/>
            <a:ln>
              <a:noFill/>
            </a:ln>
          </p:spPr>
        </p:pic>
      </p:grpSp>
      <p:pic>
        <p:nvPicPr>
          <p:cNvPr id="242" name="Google Shape;242;p23"/>
          <p:cNvPicPr preferRelativeResize="0"/>
          <p:nvPr/>
        </p:nvPicPr>
        <p:blipFill rotWithShape="1">
          <a:blip r:embed="rId3">
            <a:alphaModFix amt="21000"/>
          </a:blip>
          <a:srcRect b="0" l="55931" r="0" t="0"/>
          <a:stretch/>
        </p:blipFill>
        <p:spPr>
          <a:xfrm>
            <a:off x="-40749" y="-63300"/>
            <a:ext cx="2104300" cy="2539099"/>
          </a:xfrm>
          <a:prstGeom prst="rect">
            <a:avLst/>
          </a:prstGeom>
          <a:noFill/>
          <a:ln>
            <a:noFill/>
          </a:ln>
        </p:spPr>
      </p:pic>
      <p:grpSp>
        <p:nvGrpSpPr>
          <p:cNvPr id="243" name="Google Shape;243;p23"/>
          <p:cNvGrpSpPr/>
          <p:nvPr/>
        </p:nvGrpSpPr>
        <p:grpSpPr>
          <a:xfrm>
            <a:off x="-1672050" y="720473"/>
            <a:ext cx="5313368" cy="5145951"/>
            <a:chOff x="-1900650" y="720473"/>
            <a:chExt cx="5313368" cy="5145951"/>
          </a:xfrm>
        </p:grpSpPr>
        <p:sp>
          <p:nvSpPr>
            <p:cNvPr id="244" name="Google Shape;244;p23"/>
            <p:cNvSpPr/>
            <p:nvPr/>
          </p:nvSpPr>
          <p:spPr>
            <a:xfrm flipH="1">
              <a:off x="-1591278" y="720473"/>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23"/>
            <p:cNvSpPr/>
            <p:nvPr/>
          </p:nvSpPr>
          <p:spPr>
            <a:xfrm flipH="1">
              <a:off x="-1633468" y="1032494"/>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23"/>
            <p:cNvSpPr/>
            <p:nvPr/>
          </p:nvSpPr>
          <p:spPr>
            <a:xfrm flipH="1">
              <a:off x="-1900650" y="720475"/>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247" name="Google Shape;247;p23"/>
          <p:cNvPicPr preferRelativeResize="0"/>
          <p:nvPr/>
        </p:nvPicPr>
        <p:blipFill>
          <a:blip r:embed="rId4">
            <a:alphaModFix amt="79000"/>
          </a:blip>
          <a:stretch>
            <a:fillRect/>
          </a:stretch>
        </p:blipFill>
        <p:spPr>
          <a:xfrm>
            <a:off x="-551550" y="-574739"/>
            <a:ext cx="2344349" cy="23462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Hind"/>
              <a:buNone/>
              <a:defRPr b="1" sz="2800">
                <a:solidFill>
                  <a:schemeClr val="dk1"/>
                </a:solidFill>
                <a:latin typeface="Hind"/>
                <a:ea typeface="Hind"/>
                <a:cs typeface="Hind"/>
                <a:sym typeface="Hind"/>
              </a:defRPr>
            </a:lvl1pPr>
            <a:lvl2pPr lvl="1" rtl="0">
              <a:spcBef>
                <a:spcPts val="0"/>
              </a:spcBef>
              <a:spcAft>
                <a:spcPts val="0"/>
              </a:spcAft>
              <a:buClr>
                <a:schemeClr val="dk1"/>
              </a:buClr>
              <a:buSzPts val="3000"/>
              <a:buFont typeface="Hind"/>
              <a:buNone/>
              <a:defRPr b="1" sz="3000">
                <a:solidFill>
                  <a:schemeClr val="dk1"/>
                </a:solidFill>
                <a:latin typeface="Hind"/>
                <a:ea typeface="Hind"/>
                <a:cs typeface="Hind"/>
                <a:sym typeface="Hind"/>
              </a:defRPr>
            </a:lvl2pPr>
            <a:lvl3pPr lvl="2" rtl="0">
              <a:spcBef>
                <a:spcPts val="0"/>
              </a:spcBef>
              <a:spcAft>
                <a:spcPts val="0"/>
              </a:spcAft>
              <a:buClr>
                <a:schemeClr val="dk1"/>
              </a:buClr>
              <a:buSzPts val="3000"/>
              <a:buFont typeface="Hind"/>
              <a:buNone/>
              <a:defRPr b="1" sz="3000">
                <a:solidFill>
                  <a:schemeClr val="dk1"/>
                </a:solidFill>
                <a:latin typeface="Hind"/>
                <a:ea typeface="Hind"/>
                <a:cs typeface="Hind"/>
                <a:sym typeface="Hind"/>
              </a:defRPr>
            </a:lvl3pPr>
            <a:lvl4pPr lvl="3" rtl="0">
              <a:spcBef>
                <a:spcPts val="0"/>
              </a:spcBef>
              <a:spcAft>
                <a:spcPts val="0"/>
              </a:spcAft>
              <a:buClr>
                <a:schemeClr val="dk1"/>
              </a:buClr>
              <a:buSzPts val="3000"/>
              <a:buFont typeface="Hind"/>
              <a:buNone/>
              <a:defRPr b="1" sz="3000">
                <a:solidFill>
                  <a:schemeClr val="dk1"/>
                </a:solidFill>
                <a:latin typeface="Hind"/>
                <a:ea typeface="Hind"/>
                <a:cs typeface="Hind"/>
                <a:sym typeface="Hind"/>
              </a:defRPr>
            </a:lvl4pPr>
            <a:lvl5pPr lvl="4" rtl="0">
              <a:spcBef>
                <a:spcPts val="0"/>
              </a:spcBef>
              <a:spcAft>
                <a:spcPts val="0"/>
              </a:spcAft>
              <a:buClr>
                <a:schemeClr val="dk1"/>
              </a:buClr>
              <a:buSzPts val="3000"/>
              <a:buFont typeface="Hind"/>
              <a:buNone/>
              <a:defRPr b="1" sz="3000">
                <a:solidFill>
                  <a:schemeClr val="dk1"/>
                </a:solidFill>
                <a:latin typeface="Hind"/>
                <a:ea typeface="Hind"/>
                <a:cs typeface="Hind"/>
                <a:sym typeface="Hind"/>
              </a:defRPr>
            </a:lvl5pPr>
            <a:lvl6pPr lvl="5" rtl="0">
              <a:spcBef>
                <a:spcPts val="0"/>
              </a:spcBef>
              <a:spcAft>
                <a:spcPts val="0"/>
              </a:spcAft>
              <a:buClr>
                <a:schemeClr val="dk1"/>
              </a:buClr>
              <a:buSzPts val="3000"/>
              <a:buFont typeface="Hind"/>
              <a:buNone/>
              <a:defRPr b="1" sz="3000">
                <a:solidFill>
                  <a:schemeClr val="dk1"/>
                </a:solidFill>
                <a:latin typeface="Hind"/>
                <a:ea typeface="Hind"/>
                <a:cs typeface="Hind"/>
                <a:sym typeface="Hind"/>
              </a:defRPr>
            </a:lvl6pPr>
            <a:lvl7pPr lvl="6" rtl="0">
              <a:spcBef>
                <a:spcPts val="0"/>
              </a:spcBef>
              <a:spcAft>
                <a:spcPts val="0"/>
              </a:spcAft>
              <a:buClr>
                <a:schemeClr val="dk1"/>
              </a:buClr>
              <a:buSzPts val="3000"/>
              <a:buFont typeface="Hind"/>
              <a:buNone/>
              <a:defRPr b="1" sz="3000">
                <a:solidFill>
                  <a:schemeClr val="dk1"/>
                </a:solidFill>
                <a:latin typeface="Hind"/>
                <a:ea typeface="Hind"/>
                <a:cs typeface="Hind"/>
                <a:sym typeface="Hind"/>
              </a:defRPr>
            </a:lvl7pPr>
            <a:lvl8pPr lvl="7" rtl="0">
              <a:spcBef>
                <a:spcPts val="0"/>
              </a:spcBef>
              <a:spcAft>
                <a:spcPts val="0"/>
              </a:spcAft>
              <a:buClr>
                <a:schemeClr val="dk1"/>
              </a:buClr>
              <a:buSzPts val="3000"/>
              <a:buFont typeface="Hind"/>
              <a:buNone/>
              <a:defRPr b="1" sz="3000">
                <a:solidFill>
                  <a:schemeClr val="dk1"/>
                </a:solidFill>
                <a:latin typeface="Hind"/>
                <a:ea typeface="Hind"/>
                <a:cs typeface="Hind"/>
                <a:sym typeface="Hind"/>
              </a:defRPr>
            </a:lvl8pPr>
            <a:lvl9pPr lvl="8" rtl="0">
              <a:spcBef>
                <a:spcPts val="0"/>
              </a:spcBef>
              <a:spcAft>
                <a:spcPts val="0"/>
              </a:spcAft>
              <a:buClr>
                <a:schemeClr val="dk1"/>
              </a:buClr>
              <a:buSzPts val="3000"/>
              <a:buFont typeface="Hind"/>
              <a:buNone/>
              <a:defRPr b="1" sz="3000">
                <a:solidFill>
                  <a:schemeClr val="dk1"/>
                </a:solidFill>
                <a:latin typeface="Hind"/>
                <a:ea typeface="Hind"/>
                <a:cs typeface="Hind"/>
                <a:sym typeface="Hin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1pPr>
            <a:lvl2pPr indent="-304800" lvl="1" marL="9144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2pPr>
            <a:lvl3pPr indent="-304800" lvl="2" marL="13716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3pPr>
            <a:lvl4pPr indent="-304800" lvl="3" marL="1828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4pPr>
            <a:lvl5pPr indent="-304800" lvl="4" marL="22860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5pPr>
            <a:lvl6pPr indent="-304800" lvl="5" marL="27432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6pPr>
            <a:lvl7pPr indent="-304800" lvl="6" marL="32004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7pPr>
            <a:lvl8pPr indent="-304800" lvl="7" marL="36576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8pPr>
            <a:lvl9pPr indent="-304800" lvl="8" marL="4114800">
              <a:lnSpc>
                <a:spcPct val="100000"/>
              </a:lnSpc>
              <a:spcBef>
                <a:spcPts val="0"/>
              </a:spcBef>
              <a:spcAft>
                <a:spcPts val="0"/>
              </a:spcAft>
              <a:buClr>
                <a:schemeClr val="dk1"/>
              </a:buClr>
              <a:buSzPts val="1200"/>
              <a:buFont typeface="Golos Text"/>
              <a:buChar char="■"/>
              <a:defRPr sz="1200">
                <a:solidFill>
                  <a:schemeClr val="dk1"/>
                </a:solidFill>
                <a:latin typeface="Golos Text"/>
                <a:ea typeface="Golos Text"/>
                <a:cs typeface="Golos Text"/>
                <a:sym typeface="Golos Tex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hyperlink" Target="https://dn790001.ca.archive.org/0/items/bme-vik-konyvek/Software%20Engineering%20-%20Ian%20Sommerville.pdf" TargetMode="External"/><Relationship Id="rId4" Type="http://schemas.openxmlformats.org/officeDocument/2006/relationships/hyperlink" Target="https://supabase.com/brand-assets" TargetMode="External"/><Relationship Id="rId9" Type="http://schemas.openxmlformats.org/officeDocument/2006/relationships/image" Target="../media/image2.png"/><Relationship Id="rId5" Type="http://schemas.openxmlformats.org/officeDocument/2006/relationships/hyperlink" Target="https://vercel.com/" TargetMode="External"/><Relationship Id="rId6" Type="http://schemas.openxmlformats.org/officeDocument/2006/relationships/hyperlink" Target="https://react.dev/" TargetMode="External"/><Relationship Id="rId7" Type="http://schemas.openxmlformats.org/officeDocument/2006/relationships/hyperlink" Target="https://vite.dev/" TargetMode="External"/><Relationship Id="rId8" Type="http://schemas.openxmlformats.org/officeDocument/2006/relationships/hyperlink" Target="https://www.edoxi.com/studyhub-detail/top-software-training-institutes-india"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24"/>
          <p:cNvPicPr preferRelativeResize="0"/>
          <p:nvPr/>
        </p:nvPicPr>
        <p:blipFill>
          <a:blip r:embed="rId3">
            <a:alphaModFix amt="21000"/>
          </a:blip>
          <a:stretch>
            <a:fillRect/>
          </a:stretch>
        </p:blipFill>
        <p:spPr>
          <a:xfrm>
            <a:off x="5016526" y="-4"/>
            <a:ext cx="4775101" cy="2539096"/>
          </a:xfrm>
          <a:prstGeom prst="rect">
            <a:avLst/>
          </a:prstGeom>
          <a:noFill/>
          <a:ln>
            <a:noFill/>
          </a:ln>
        </p:spPr>
      </p:pic>
      <p:grpSp>
        <p:nvGrpSpPr>
          <p:cNvPr id="253" name="Google Shape;253;p24"/>
          <p:cNvGrpSpPr/>
          <p:nvPr/>
        </p:nvGrpSpPr>
        <p:grpSpPr>
          <a:xfrm>
            <a:off x="4326600" y="455623"/>
            <a:ext cx="5313368" cy="5145951"/>
            <a:chOff x="4326600" y="455623"/>
            <a:chExt cx="5313368" cy="5145951"/>
          </a:xfrm>
        </p:grpSpPr>
        <p:sp>
          <p:nvSpPr>
            <p:cNvPr id="254" name="Google Shape;254;p24"/>
            <p:cNvSpPr/>
            <p:nvPr/>
          </p:nvSpPr>
          <p:spPr>
            <a:xfrm>
              <a:off x="4326600" y="455623"/>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24"/>
            <p:cNvSpPr/>
            <p:nvPr/>
          </p:nvSpPr>
          <p:spPr>
            <a:xfrm>
              <a:off x="4368901" y="767644"/>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24"/>
            <p:cNvSpPr/>
            <p:nvPr/>
          </p:nvSpPr>
          <p:spPr>
            <a:xfrm>
              <a:off x="4368899" y="455625"/>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257" name="Google Shape;257;p24"/>
          <p:cNvPicPr preferRelativeResize="0"/>
          <p:nvPr/>
        </p:nvPicPr>
        <p:blipFill>
          <a:blip r:embed="rId4">
            <a:alphaModFix amt="79000"/>
          </a:blip>
          <a:stretch>
            <a:fillRect/>
          </a:stretch>
        </p:blipFill>
        <p:spPr>
          <a:xfrm>
            <a:off x="6901250" y="-1318753"/>
            <a:ext cx="2344349" cy="2346255"/>
          </a:xfrm>
          <a:prstGeom prst="rect">
            <a:avLst/>
          </a:prstGeom>
          <a:noFill/>
          <a:ln>
            <a:noFill/>
          </a:ln>
        </p:spPr>
      </p:pic>
      <p:pic>
        <p:nvPicPr>
          <p:cNvPr id="258" name="Google Shape;258;p24"/>
          <p:cNvPicPr preferRelativeResize="0"/>
          <p:nvPr/>
        </p:nvPicPr>
        <p:blipFill>
          <a:blip r:embed="rId4">
            <a:alphaModFix amt="79000"/>
          </a:blip>
          <a:stretch>
            <a:fillRect/>
          </a:stretch>
        </p:blipFill>
        <p:spPr>
          <a:xfrm>
            <a:off x="8223250" y="2258697"/>
            <a:ext cx="2344349" cy="2346255"/>
          </a:xfrm>
          <a:prstGeom prst="rect">
            <a:avLst/>
          </a:prstGeom>
          <a:noFill/>
          <a:ln>
            <a:noFill/>
          </a:ln>
        </p:spPr>
      </p:pic>
      <p:pic>
        <p:nvPicPr>
          <p:cNvPr id="259" name="Google Shape;259;p24"/>
          <p:cNvPicPr preferRelativeResize="0"/>
          <p:nvPr/>
        </p:nvPicPr>
        <p:blipFill>
          <a:blip r:embed="rId4">
            <a:alphaModFix amt="79000"/>
          </a:blip>
          <a:stretch>
            <a:fillRect/>
          </a:stretch>
        </p:blipFill>
        <p:spPr>
          <a:xfrm>
            <a:off x="7371075" y="4239897"/>
            <a:ext cx="2344349" cy="2346255"/>
          </a:xfrm>
          <a:prstGeom prst="rect">
            <a:avLst/>
          </a:prstGeom>
          <a:noFill/>
          <a:ln>
            <a:noFill/>
          </a:ln>
        </p:spPr>
      </p:pic>
      <p:grpSp>
        <p:nvGrpSpPr>
          <p:cNvPr id="260" name="Google Shape;260;p24"/>
          <p:cNvGrpSpPr/>
          <p:nvPr/>
        </p:nvGrpSpPr>
        <p:grpSpPr>
          <a:xfrm>
            <a:off x="5119300" y="3450025"/>
            <a:ext cx="2148213" cy="2635749"/>
            <a:chOff x="5119300" y="3450025"/>
            <a:chExt cx="2148213" cy="2635749"/>
          </a:xfrm>
        </p:grpSpPr>
        <p:pic>
          <p:nvPicPr>
            <p:cNvPr id="261" name="Google Shape;261;p24"/>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262" name="Google Shape;262;p24"/>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263" name="Google Shape;263;p24"/>
          <p:cNvGrpSpPr/>
          <p:nvPr/>
        </p:nvGrpSpPr>
        <p:grpSpPr>
          <a:xfrm>
            <a:off x="5930325" y="427425"/>
            <a:ext cx="2148213" cy="2635749"/>
            <a:chOff x="5119300" y="3450025"/>
            <a:chExt cx="2148213" cy="2635749"/>
          </a:xfrm>
        </p:grpSpPr>
        <p:pic>
          <p:nvPicPr>
            <p:cNvPr id="264" name="Google Shape;264;p24"/>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265" name="Google Shape;265;p24"/>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266" name="Google Shape;266;p24"/>
          <p:cNvGrpSpPr/>
          <p:nvPr/>
        </p:nvGrpSpPr>
        <p:grpSpPr>
          <a:xfrm>
            <a:off x="-394425" y="3291775"/>
            <a:ext cx="2148213" cy="2635749"/>
            <a:chOff x="5119300" y="3450025"/>
            <a:chExt cx="2148213" cy="2635749"/>
          </a:xfrm>
        </p:grpSpPr>
        <p:pic>
          <p:nvPicPr>
            <p:cNvPr id="267" name="Google Shape;267;p24"/>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268" name="Google Shape;268;p24"/>
            <p:cNvPicPr preferRelativeResize="0"/>
            <p:nvPr/>
          </p:nvPicPr>
          <p:blipFill>
            <a:blip r:embed="rId5">
              <a:alphaModFix/>
            </a:blip>
            <a:stretch>
              <a:fillRect/>
            </a:stretch>
          </p:blipFill>
          <p:spPr>
            <a:xfrm>
              <a:off x="5576500" y="4392300"/>
              <a:ext cx="1691013" cy="1693474"/>
            </a:xfrm>
            <a:prstGeom prst="rect">
              <a:avLst/>
            </a:prstGeom>
            <a:noFill/>
            <a:ln>
              <a:noFill/>
            </a:ln>
          </p:spPr>
        </p:pic>
      </p:grpSp>
      <p:sp>
        <p:nvSpPr>
          <p:cNvPr id="269" name="Google Shape;269;p24"/>
          <p:cNvSpPr txBox="1"/>
          <p:nvPr>
            <p:ph type="ctrTitle"/>
          </p:nvPr>
        </p:nvSpPr>
        <p:spPr>
          <a:xfrm>
            <a:off x="723875" y="455625"/>
            <a:ext cx="5259900" cy="196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Course Tracker App</a:t>
            </a:r>
            <a:endParaRPr b="1"/>
          </a:p>
        </p:txBody>
      </p:sp>
      <p:sp>
        <p:nvSpPr>
          <p:cNvPr id="270" name="Google Shape;270;p24"/>
          <p:cNvSpPr txBox="1"/>
          <p:nvPr>
            <p:ph idx="1" type="subTitle"/>
          </p:nvPr>
        </p:nvSpPr>
        <p:spPr>
          <a:xfrm>
            <a:off x="563775" y="527775"/>
            <a:ext cx="2414100" cy="68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Group</a:t>
            </a:r>
            <a:r>
              <a:rPr lang="en"/>
              <a:t> 10</a:t>
            </a:r>
            <a:endParaRPr>
              <a:latin typeface="Work Sans"/>
              <a:ea typeface="Work Sans"/>
              <a:cs typeface="Work Sans"/>
              <a:sym typeface="Work Sans"/>
            </a:endParaRPr>
          </a:p>
        </p:txBody>
      </p:sp>
      <p:cxnSp>
        <p:nvCxnSpPr>
          <p:cNvPr id="271" name="Google Shape;271;p24"/>
          <p:cNvCxnSpPr/>
          <p:nvPr/>
        </p:nvCxnSpPr>
        <p:spPr>
          <a:xfrm>
            <a:off x="793050" y="924800"/>
            <a:ext cx="609600" cy="0"/>
          </a:xfrm>
          <a:prstGeom prst="straightConnector1">
            <a:avLst/>
          </a:prstGeom>
          <a:noFill/>
          <a:ln cap="flat" cmpd="sng" w="28575">
            <a:solidFill>
              <a:schemeClr val="dk2"/>
            </a:solidFill>
            <a:prstDash val="solid"/>
            <a:round/>
            <a:headEnd len="med" w="med" type="none"/>
            <a:tailEnd len="med" w="med" type="none"/>
          </a:ln>
        </p:spPr>
      </p:cxnSp>
      <p:sp>
        <p:nvSpPr>
          <p:cNvPr id="272" name="Google Shape;272;p24"/>
          <p:cNvSpPr txBox="1"/>
          <p:nvPr>
            <p:ph idx="1" type="subTitle"/>
          </p:nvPr>
        </p:nvSpPr>
        <p:spPr>
          <a:xfrm>
            <a:off x="723863" y="2539100"/>
            <a:ext cx="4225800" cy="19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Onyeze J Chineke</a:t>
            </a:r>
            <a:endParaRPr/>
          </a:p>
          <a:p>
            <a:pPr indent="0" lvl="0" marL="0" rtl="0" algn="l">
              <a:spcBef>
                <a:spcPts val="0"/>
              </a:spcBef>
              <a:spcAft>
                <a:spcPts val="0"/>
              </a:spcAft>
              <a:buNone/>
            </a:pPr>
            <a:r>
              <a:rPr lang="en"/>
              <a:t>Noah Stephen Ferenczhalmy</a:t>
            </a:r>
            <a:endParaRPr/>
          </a:p>
          <a:p>
            <a:pPr indent="0" lvl="0" marL="0" rtl="0" algn="l">
              <a:spcBef>
                <a:spcPts val="0"/>
              </a:spcBef>
              <a:spcAft>
                <a:spcPts val="0"/>
              </a:spcAft>
              <a:buNone/>
            </a:pPr>
            <a:r>
              <a:rPr lang="en"/>
              <a:t>Collin McAlister</a:t>
            </a:r>
            <a:endParaRPr/>
          </a:p>
          <a:p>
            <a:pPr indent="0" lvl="0" marL="0" rtl="0" algn="l">
              <a:spcBef>
                <a:spcPts val="0"/>
              </a:spcBef>
              <a:spcAft>
                <a:spcPts val="0"/>
              </a:spcAft>
              <a:buNone/>
            </a:pPr>
            <a:r>
              <a:rPr lang="en"/>
              <a:t>Nidhi Parvathala</a:t>
            </a:r>
            <a:endParaRPr/>
          </a:p>
          <a:p>
            <a:pPr indent="0" lvl="0" marL="0" rtl="0" algn="l">
              <a:spcBef>
                <a:spcPts val="0"/>
              </a:spcBef>
              <a:spcAft>
                <a:spcPts val="0"/>
              </a:spcAft>
              <a:buNone/>
            </a:pPr>
            <a:r>
              <a:rPr lang="en"/>
              <a:t>Sebastian Sarinana</a:t>
            </a:r>
            <a:endParaRPr/>
          </a:p>
          <a:p>
            <a:pPr indent="0" lvl="0" marL="0" rtl="0" algn="l">
              <a:spcBef>
                <a:spcPts val="0"/>
              </a:spcBef>
              <a:spcAft>
                <a:spcPts val="0"/>
              </a:spcAft>
              <a:buNone/>
            </a:pPr>
            <a:r>
              <a:rPr lang="en"/>
              <a:t>Jesus Rafael Silva</a:t>
            </a:r>
            <a:endParaRPr/>
          </a:p>
          <a:p>
            <a:pPr indent="0" lvl="0" marL="0" rtl="0" algn="l">
              <a:spcBef>
                <a:spcPts val="0"/>
              </a:spcBef>
              <a:spcAft>
                <a:spcPts val="0"/>
              </a:spcAft>
              <a:buNone/>
            </a:pPr>
            <a:r>
              <a:rPr lang="en"/>
              <a:t>Kayla Michelle Vaughn</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5"/>
          <p:cNvSpPr txBox="1"/>
          <p:nvPr>
            <p:ph type="title"/>
          </p:nvPr>
        </p:nvSpPr>
        <p:spPr>
          <a:xfrm>
            <a:off x="2386850" y="445025"/>
            <a:ext cx="6037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278" name="Google Shape;278;p25"/>
          <p:cNvSpPr txBox="1"/>
          <p:nvPr>
            <p:ph idx="2" type="title"/>
          </p:nvPr>
        </p:nvSpPr>
        <p:spPr>
          <a:xfrm>
            <a:off x="2386850" y="1279573"/>
            <a:ext cx="734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79" name="Google Shape;279;p25"/>
          <p:cNvSpPr txBox="1"/>
          <p:nvPr>
            <p:ph idx="3" type="title"/>
          </p:nvPr>
        </p:nvSpPr>
        <p:spPr>
          <a:xfrm>
            <a:off x="2386850" y="2713002"/>
            <a:ext cx="734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280" name="Google Shape;280;p25"/>
          <p:cNvSpPr txBox="1"/>
          <p:nvPr>
            <p:ph idx="4" type="title"/>
          </p:nvPr>
        </p:nvSpPr>
        <p:spPr>
          <a:xfrm>
            <a:off x="4476525" y="1279573"/>
            <a:ext cx="734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281" name="Google Shape;281;p25"/>
          <p:cNvSpPr txBox="1"/>
          <p:nvPr>
            <p:ph idx="5" type="title"/>
          </p:nvPr>
        </p:nvSpPr>
        <p:spPr>
          <a:xfrm>
            <a:off x="4476525" y="2713002"/>
            <a:ext cx="734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282" name="Google Shape;282;p25"/>
          <p:cNvSpPr txBox="1"/>
          <p:nvPr>
            <p:ph idx="6" type="title"/>
          </p:nvPr>
        </p:nvSpPr>
        <p:spPr>
          <a:xfrm>
            <a:off x="6566200" y="1279573"/>
            <a:ext cx="734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283" name="Google Shape;283;p25"/>
          <p:cNvSpPr txBox="1"/>
          <p:nvPr>
            <p:ph idx="7" type="title"/>
          </p:nvPr>
        </p:nvSpPr>
        <p:spPr>
          <a:xfrm>
            <a:off x="6566200" y="2713002"/>
            <a:ext cx="7347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06</a:t>
            </a:r>
            <a:endParaRPr/>
          </a:p>
        </p:txBody>
      </p:sp>
      <p:sp>
        <p:nvSpPr>
          <p:cNvPr id="284" name="Google Shape;284;p25"/>
          <p:cNvSpPr txBox="1"/>
          <p:nvPr>
            <p:ph idx="1" type="subTitle"/>
          </p:nvPr>
        </p:nvSpPr>
        <p:spPr>
          <a:xfrm>
            <a:off x="2386850" y="1874675"/>
            <a:ext cx="1860000" cy="78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 Objective</a:t>
            </a:r>
            <a:endParaRPr/>
          </a:p>
        </p:txBody>
      </p:sp>
      <p:sp>
        <p:nvSpPr>
          <p:cNvPr id="285" name="Google Shape;285;p25"/>
          <p:cNvSpPr txBox="1"/>
          <p:nvPr>
            <p:ph idx="8" type="subTitle"/>
          </p:nvPr>
        </p:nvSpPr>
        <p:spPr>
          <a:xfrm>
            <a:off x="4476525" y="1874675"/>
            <a:ext cx="1860000" cy="78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Cost &amp; Budget </a:t>
            </a:r>
            <a:endParaRPr/>
          </a:p>
        </p:txBody>
      </p:sp>
      <p:sp>
        <p:nvSpPr>
          <p:cNvPr id="286" name="Google Shape;286;p25"/>
          <p:cNvSpPr txBox="1"/>
          <p:nvPr>
            <p:ph idx="9" type="subTitle"/>
          </p:nvPr>
        </p:nvSpPr>
        <p:spPr>
          <a:xfrm>
            <a:off x="6566200" y="1874675"/>
            <a:ext cx="1860000" cy="78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Timeline &amp; Schedule</a:t>
            </a:r>
            <a:endParaRPr/>
          </a:p>
        </p:txBody>
      </p:sp>
      <p:sp>
        <p:nvSpPr>
          <p:cNvPr id="287" name="Google Shape;287;p25"/>
          <p:cNvSpPr txBox="1"/>
          <p:nvPr>
            <p:ph idx="13" type="subTitle"/>
          </p:nvPr>
        </p:nvSpPr>
        <p:spPr>
          <a:xfrm>
            <a:off x="2386850" y="3308025"/>
            <a:ext cx="1860000" cy="78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System Requirements</a:t>
            </a:r>
            <a:endParaRPr/>
          </a:p>
        </p:txBody>
      </p:sp>
      <p:sp>
        <p:nvSpPr>
          <p:cNvPr id="288" name="Google Shape;288;p25"/>
          <p:cNvSpPr txBox="1"/>
          <p:nvPr>
            <p:ph idx="14" type="subTitle"/>
          </p:nvPr>
        </p:nvSpPr>
        <p:spPr>
          <a:xfrm>
            <a:off x="4476525" y="3308025"/>
            <a:ext cx="1860000" cy="78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Diagrams</a:t>
            </a:r>
            <a:endParaRPr/>
          </a:p>
        </p:txBody>
      </p:sp>
      <p:sp>
        <p:nvSpPr>
          <p:cNvPr id="289" name="Google Shape;289;p25"/>
          <p:cNvSpPr txBox="1"/>
          <p:nvPr>
            <p:ph idx="15" type="subTitle"/>
          </p:nvPr>
        </p:nvSpPr>
        <p:spPr>
          <a:xfrm>
            <a:off x="6566200" y="3308025"/>
            <a:ext cx="1860000" cy="78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Architecture Design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6"/>
          <p:cNvSpPr txBox="1"/>
          <p:nvPr>
            <p:ph type="title"/>
          </p:nvPr>
        </p:nvSpPr>
        <p:spPr>
          <a:xfrm>
            <a:off x="4132900" y="2408450"/>
            <a:ext cx="4301100" cy="160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 Objective</a:t>
            </a:r>
            <a:endParaRPr/>
          </a:p>
        </p:txBody>
      </p:sp>
      <p:sp>
        <p:nvSpPr>
          <p:cNvPr id="295" name="Google Shape;295;p26"/>
          <p:cNvSpPr txBox="1"/>
          <p:nvPr>
            <p:ph idx="2" type="title"/>
          </p:nvPr>
        </p:nvSpPr>
        <p:spPr>
          <a:xfrm>
            <a:off x="4132900" y="1285925"/>
            <a:ext cx="1450800" cy="104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pic>
        <p:nvPicPr>
          <p:cNvPr id="296" name="Google Shape;296;p26"/>
          <p:cNvPicPr preferRelativeResize="0"/>
          <p:nvPr/>
        </p:nvPicPr>
        <p:blipFill>
          <a:blip r:embed="rId3">
            <a:alphaModFix amt="21000"/>
          </a:blip>
          <a:stretch>
            <a:fillRect/>
          </a:stretch>
        </p:blipFill>
        <p:spPr>
          <a:xfrm flipH="1">
            <a:off x="-532853" y="-4"/>
            <a:ext cx="4775101" cy="2539096"/>
          </a:xfrm>
          <a:prstGeom prst="rect">
            <a:avLst/>
          </a:prstGeom>
          <a:noFill/>
          <a:ln>
            <a:noFill/>
          </a:ln>
        </p:spPr>
      </p:pic>
      <p:grpSp>
        <p:nvGrpSpPr>
          <p:cNvPr id="297" name="Google Shape;297;p26"/>
          <p:cNvGrpSpPr/>
          <p:nvPr/>
        </p:nvGrpSpPr>
        <p:grpSpPr>
          <a:xfrm flipH="1">
            <a:off x="-914594" y="455623"/>
            <a:ext cx="5313368" cy="5145951"/>
            <a:chOff x="4326600" y="455623"/>
            <a:chExt cx="5313368" cy="5145951"/>
          </a:xfrm>
        </p:grpSpPr>
        <p:sp>
          <p:nvSpPr>
            <p:cNvPr id="298" name="Google Shape;298;p26"/>
            <p:cNvSpPr/>
            <p:nvPr/>
          </p:nvSpPr>
          <p:spPr>
            <a:xfrm>
              <a:off x="4326600" y="455623"/>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26"/>
            <p:cNvSpPr/>
            <p:nvPr/>
          </p:nvSpPr>
          <p:spPr>
            <a:xfrm>
              <a:off x="4368901" y="767644"/>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26"/>
            <p:cNvSpPr/>
            <p:nvPr/>
          </p:nvSpPr>
          <p:spPr>
            <a:xfrm>
              <a:off x="4368899" y="455625"/>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301" name="Google Shape;301;p26"/>
          <p:cNvPicPr preferRelativeResize="0"/>
          <p:nvPr/>
        </p:nvPicPr>
        <p:blipFill>
          <a:blip r:embed="rId4">
            <a:alphaModFix amt="79000"/>
          </a:blip>
          <a:stretch>
            <a:fillRect/>
          </a:stretch>
        </p:blipFill>
        <p:spPr>
          <a:xfrm flipH="1">
            <a:off x="13175" y="-1318753"/>
            <a:ext cx="2344349" cy="2346255"/>
          </a:xfrm>
          <a:prstGeom prst="rect">
            <a:avLst/>
          </a:prstGeom>
          <a:noFill/>
          <a:ln>
            <a:noFill/>
          </a:ln>
        </p:spPr>
      </p:pic>
      <p:pic>
        <p:nvPicPr>
          <p:cNvPr id="302" name="Google Shape;302;p26"/>
          <p:cNvPicPr preferRelativeResize="0"/>
          <p:nvPr/>
        </p:nvPicPr>
        <p:blipFill>
          <a:blip r:embed="rId4">
            <a:alphaModFix amt="79000"/>
          </a:blip>
          <a:stretch>
            <a:fillRect/>
          </a:stretch>
        </p:blipFill>
        <p:spPr>
          <a:xfrm flipH="1">
            <a:off x="-1613625" y="2334897"/>
            <a:ext cx="2344349" cy="2346255"/>
          </a:xfrm>
          <a:prstGeom prst="rect">
            <a:avLst/>
          </a:prstGeom>
          <a:noFill/>
          <a:ln>
            <a:noFill/>
          </a:ln>
        </p:spPr>
      </p:pic>
      <p:pic>
        <p:nvPicPr>
          <p:cNvPr id="303" name="Google Shape;303;p26"/>
          <p:cNvPicPr preferRelativeResize="0"/>
          <p:nvPr/>
        </p:nvPicPr>
        <p:blipFill>
          <a:blip r:embed="rId4">
            <a:alphaModFix amt="79000"/>
          </a:blip>
          <a:stretch>
            <a:fillRect/>
          </a:stretch>
        </p:blipFill>
        <p:spPr>
          <a:xfrm flipH="1">
            <a:off x="-761450" y="4316097"/>
            <a:ext cx="2344349" cy="2346255"/>
          </a:xfrm>
          <a:prstGeom prst="rect">
            <a:avLst/>
          </a:prstGeom>
          <a:noFill/>
          <a:ln>
            <a:noFill/>
          </a:ln>
        </p:spPr>
      </p:pic>
      <p:grpSp>
        <p:nvGrpSpPr>
          <p:cNvPr id="304" name="Google Shape;304;p26"/>
          <p:cNvGrpSpPr/>
          <p:nvPr/>
        </p:nvGrpSpPr>
        <p:grpSpPr>
          <a:xfrm>
            <a:off x="829212" y="3202375"/>
            <a:ext cx="2148213" cy="2635749"/>
            <a:chOff x="5119300" y="3450025"/>
            <a:chExt cx="2148213" cy="2635749"/>
          </a:xfrm>
        </p:grpSpPr>
        <p:pic>
          <p:nvPicPr>
            <p:cNvPr id="305" name="Google Shape;305;p26"/>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06" name="Google Shape;306;p26"/>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07" name="Google Shape;307;p26"/>
          <p:cNvGrpSpPr/>
          <p:nvPr/>
        </p:nvGrpSpPr>
        <p:grpSpPr>
          <a:xfrm>
            <a:off x="713237" y="-471975"/>
            <a:ext cx="2148213" cy="2635749"/>
            <a:chOff x="5119300" y="3450025"/>
            <a:chExt cx="2148213" cy="2635749"/>
          </a:xfrm>
        </p:grpSpPr>
        <p:pic>
          <p:nvPicPr>
            <p:cNvPr id="308" name="Google Shape;308;p26"/>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09" name="Google Shape;309;p26"/>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10" name="Google Shape;310;p26"/>
          <p:cNvGrpSpPr/>
          <p:nvPr/>
        </p:nvGrpSpPr>
        <p:grpSpPr>
          <a:xfrm>
            <a:off x="6628687" y="-1270700"/>
            <a:ext cx="2148213" cy="2635749"/>
            <a:chOff x="5119300" y="3450025"/>
            <a:chExt cx="2148213" cy="2635749"/>
          </a:xfrm>
        </p:grpSpPr>
        <p:pic>
          <p:nvPicPr>
            <p:cNvPr id="311" name="Google Shape;311;p26"/>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12" name="Google Shape;312;p26"/>
            <p:cNvPicPr preferRelativeResize="0"/>
            <p:nvPr/>
          </p:nvPicPr>
          <p:blipFill>
            <a:blip r:embed="rId5">
              <a:alphaModFix/>
            </a:blip>
            <a:stretch>
              <a:fillRect/>
            </a:stretch>
          </p:blipFill>
          <p:spPr>
            <a:xfrm>
              <a:off x="5576500" y="4392300"/>
              <a:ext cx="1691013" cy="1693474"/>
            </a:xfrm>
            <a:prstGeom prst="rect">
              <a:avLst/>
            </a:prstGeom>
            <a:noFill/>
            <a:ln>
              <a:noFill/>
            </a:ln>
          </p:spPr>
        </p:pic>
      </p:grpSp>
      <p:cxnSp>
        <p:nvCxnSpPr>
          <p:cNvPr id="313" name="Google Shape;313;p26"/>
          <p:cNvCxnSpPr/>
          <p:nvPr/>
        </p:nvCxnSpPr>
        <p:spPr>
          <a:xfrm>
            <a:off x="4256175" y="1179725"/>
            <a:ext cx="609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7"/>
          <p:cNvSpPr txBox="1"/>
          <p:nvPr>
            <p:ph type="title"/>
          </p:nvPr>
        </p:nvSpPr>
        <p:spPr>
          <a:xfrm>
            <a:off x="2615050" y="445025"/>
            <a:ext cx="580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Objective</a:t>
            </a:r>
            <a:endParaRPr/>
          </a:p>
        </p:txBody>
      </p:sp>
      <p:sp>
        <p:nvSpPr>
          <p:cNvPr id="319" name="Google Shape;319;p27"/>
          <p:cNvSpPr txBox="1"/>
          <p:nvPr>
            <p:ph idx="1" type="body"/>
          </p:nvPr>
        </p:nvSpPr>
        <p:spPr>
          <a:xfrm>
            <a:off x="2615050" y="1213650"/>
            <a:ext cx="5581800" cy="27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W</a:t>
            </a:r>
            <a:r>
              <a:rPr lang="en" sz="2000"/>
              <a:t>e undertook this project specifically to build an all-in-one solution to viewing grades, the effects of future grades, GPA, and due dates. Currently, most of the features are scattered throughout different applications in the UTD portal (eLearning, Galaxy, etc). Our design is meant to be used by students at UTD, with the potential to be implemented at other campuses with similar platforms.</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8"/>
          <p:cNvSpPr txBox="1"/>
          <p:nvPr>
            <p:ph type="title"/>
          </p:nvPr>
        </p:nvSpPr>
        <p:spPr>
          <a:xfrm>
            <a:off x="2615050" y="445025"/>
            <a:ext cx="580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Incremental Process Model</a:t>
            </a:r>
            <a:endParaRPr/>
          </a:p>
        </p:txBody>
      </p:sp>
      <p:sp>
        <p:nvSpPr>
          <p:cNvPr id="325" name="Google Shape;325;p28"/>
          <p:cNvSpPr txBox="1"/>
          <p:nvPr>
            <p:ph idx="1" type="body"/>
          </p:nvPr>
        </p:nvSpPr>
        <p:spPr>
          <a:xfrm>
            <a:off x="2615050" y="1213650"/>
            <a:ext cx="5581800" cy="27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We are using an incremental process model for our development for its constant feedback and </a:t>
            </a:r>
            <a:r>
              <a:rPr lang="en" sz="1600"/>
              <a:t>improvement</a:t>
            </a:r>
            <a:r>
              <a:rPr lang="en" sz="1600"/>
              <a:t> cycles. For each software increment, we will test and improve each feature.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Due to the nature of our projects features, each feature is able to be developed in isolation from one another and built upon incrementally, saving cost and time.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This modular and organized approach to </a:t>
            </a:r>
            <a:r>
              <a:rPr lang="en" sz="1600"/>
              <a:t>development</a:t>
            </a:r>
            <a:r>
              <a:rPr lang="en" sz="1600"/>
              <a:t> allows for </a:t>
            </a:r>
            <a:r>
              <a:rPr lang="en" sz="1600"/>
              <a:t>consistent</a:t>
            </a:r>
            <a:r>
              <a:rPr lang="en" sz="1600"/>
              <a:t> customer feedback and reduces risk during the development cycles.</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9"/>
          <p:cNvSpPr txBox="1"/>
          <p:nvPr>
            <p:ph type="title"/>
          </p:nvPr>
        </p:nvSpPr>
        <p:spPr>
          <a:xfrm>
            <a:off x="4132900" y="2408450"/>
            <a:ext cx="4301100" cy="160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Cost &amp; Budget </a:t>
            </a:r>
            <a:endParaRPr/>
          </a:p>
        </p:txBody>
      </p:sp>
      <p:sp>
        <p:nvSpPr>
          <p:cNvPr id="331" name="Google Shape;331;p29"/>
          <p:cNvSpPr txBox="1"/>
          <p:nvPr>
            <p:ph idx="2" type="title"/>
          </p:nvPr>
        </p:nvSpPr>
        <p:spPr>
          <a:xfrm>
            <a:off x="4132900" y="1285925"/>
            <a:ext cx="1450800" cy="104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pic>
        <p:nvPicPr>
          <p:cNvPr id="332" name="Google Shape;332;p29"/>
          <p:cNvPicPr preferRelativeResize="0"/>
          <p:nvPr/>
        </p:nvPicPr>
        <p:blipFill>
          <a:blip r:embed="rId3">
            <a:alphaModFix amt="21000"/>
          </a:blip>
          <a:stretch>
            <a:fillRect/>
          </a:stretch>
        </p:blipFill>
        <p:spPr>
          <a:xfrm flipH="1">
            <a:off x="-532853" y="-4"/>
            <a:ext cx="4775101" cy="2539096"/>
          </a:xfrm>
          <a:prstGeom prst="rect">
            <a:avLst/>
          </a:prstGeom>
          <a:noFill/>
          <a:ln>
            <a:noFill/>
          </a:ln>
        </p:spPr>
      </p:pic>
      <p:grpSp>
        <p:nvGrpSpPr>
          <p:cNvPr id="333" name="Google Shape;333;p29"/>
          <p:cNvGrpSpPr/>
          <p:nvPr/>
        </p:nvGrpSpPr>
        <p:grpSpPr>
          <a:xfrm flipH="1">
            <a:off x="-914594" y="455623"/>
            <a:ext cx="5313368" cy="5145951"/>
            <a:chOff x="4326600" y="455623"/>
            <a:chExt cx="5313368" cy="5145951"/>
          </a:xfrm>
        </p:grpSpPr>
        <p:sp>
          <p:nvSpPr>
            <p:cNvPr id="334" name="Google Shape;334;p29"/>
            <p:cNvSpPr/>
            <p:nvPr/>
          </p:nvSpPr>
          <p:spPr>
            <a:xfrm>
              <a:off x="4326600" y="455623"/>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29"/>
            <p:cNvSpPr/>
            <p:nvPr/>
          </p:nvSpPr>
          <p:spPr>
            <a:xfrm>
              <a:off x="4368901" y="767644"/>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29"/>
            <p:cNvSpPr/>
            <p:nvPr/>
          </p:nvSpPr>
          <p:spPr>
            <a:xfrm>
              <a:off x="4368899" y="455625"/>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337" name="Google Shape;337;p29"/>
          <p:cNvPicPr preferRelativeResize="0"/>
          <p:nvPr/>
        </p:nvPicPr>
        <p:blipFill>
          <a:blip r:embed="rId4">
            <a:alphaModFix amt="79000"/>
          </a:blip>
          <a:stretch>
            <a:fillRect/>
          </a:stretch>
        </p:blipFill>
        <p:spPr>
          <a:xfrm flipH="1">
            <a:off x="13175" y="-1318753"/>
            <a:ext cx="2344349" cy="2346255"/>
          </a:xfrm>
          <a:prstGeom prst="rect">
            <a:avLst/>
          </a:prstGeom>
          <a:noFill/>
          <a:ln>
            <a:noFill/>
          </a:ln>
        </p:spPr>
      </p:pic>
      <p:pic>
        <p:nvPicPr>
          <p:cNvPr id="338" name="Google Shape;338;p29"/>
          <p:cNvPicPr preferRelativeResize="0"/>
          <p:nvPr/>
        </p:nvPicPr>
        <p:blipFill>
          <a:blip r:embed="rId4">
            <a:alphaModFix amt="79000"/>
          </a:blip>
          <a:stretch>
            <a:fillRect/>
          </a:stretch>
        </p:blipFill>
        <p:spPr>
          <a:xfrm flipH="1">
            <a:off x="-1613625" y="2334897"/>
            <a:ext cx="2344349" cy="2346255"/>
          </a:xfrm>
          <a:prstGeom prst="rect">
            <a:avLst/>
          </a:prstGeom>
          <a:noFill/>
          <a:ln>
            <a:noFill/>
          </a:ln>
        </p:spPr>
      </p:pic>
      <p:pic>
        <p:nvPicPr>
          <p:cNvPr id="339" name="Google Shape;339;p29"/>
          <p:cNvPicPr preferRelativeResize="0"/>
          <p:nvPr/>
        </p:nvPicPr>
        <p:blipFill>
          <a:blip r:embed="rId4">
            <a:alphaModFix amt="79000"/>
          </a:blip>
          <a:stretch>
            <a:fillRect/>
          </a:stretch>
        </p:blipFill>
        <p:spPr>
          <a:xfrm flipH="1">
            <a:off x="-761450" y="4316097"/>
            <a:ext cx="2344349" cy="2346255"/>
          </a:xfrm>
          <a:prstGeom prst="rect">
            <a:avLst/>
          </a:prstGeom>
          <a:noFill/>
          <a:ln>
            <a:noFill/>
          </a:ln>
        </p:spPr>
      </p:pic>
      <p:grpSp>
        <p:nvGrpSpPr>
          <p:cNvPr id="340" name="Google Shape;340;p29"/>
          <p:cNvGrpSpPr/>
          <p:nvPr/>
        </p:nvGrpSpPr>
        <p:grpSpPr>
          <a:xfrm>
            <a:off x="829212" y="3202375"/>
            <a:ext cx="2148213" cy="2635749"/>
            <a:chOff x="5119300" y="3450025"/>
            <a:chExt cx="2148213" cy="2635749"/>
          </a:xfrm>
        </p:grpSpPr>
        <p:pic>
          <p:nvPicPr>
            <p:cNvPr id="341" name="Google Shape;341;p29"/>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42" name="Google Shape;342;p29"/>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43" name="Google Shape;343;p29"/>
          <p:cNvGrpSpPr/>
          <p:nvPr/>
        </p:nvGrpSpPr>
        <p:grpSpPr>
          <a:xfrm>
            <a:off x="713237" y="-471975"/>
            <a:ext cx="2148213" cy="2635749"/>
            <a:chOff x="5119300" y="3450025"/>
            <a:chExt cx="2148213" cy="2635749"/>
          </a:xfrm>
        </p:grpSpPr>
        <p:pic>
          <p:nvPicPr>
            <p:cNvPr id="344" name="Google Shape;344;p29"/>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45" name="Google Shape;345;p29"/>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346" name="Google Shape;346;p29"/>
          <p:cNvGrpSpPr/>
          <p:nvPr/>
        </p:nvGrpSpPr>
        <p:grpSpPr>
          <a:xfrm>
            <a:off x="6628687" y="-1270700"/>
            <a:ext cx="2148213" cy="2635749"/>
            <a:chOff x="5119300" y="3450025"/>
            <a:chExt cx="2148213" cy="2635749"/>
          </a:xfrm>
        </p:grpSpPr>
        <p:pic>
          <p:nvPicPr>
            <p:cNvPr id="347" name="Google Shape;347;p29"/>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348" name="Google Shape;348;p29"/>
            <p:cNvPicPr preferRelativeResize="0"/>
            <p:nvPr/>
          </p:nvPicPr>
          <p:blipFill>
            <a:blip r:embed="rId5">
              <a:alphaModFix/>
            </a:blip>
            <a:stretch>
              <a:fillRect/>
            </a:stretch>
          </p:blipFill>
          <p:spPr>
            <a:xfrm>
              <a:off x="5576500" y="4392300"/>
              <a:ext cx="1691013" cy="1693474"/>
            </a:xfrm>
            <a:prstGeom prst="rect">
              <a:avLst/>
            </a:prstGeom>
            <a:noFill/>
            <a:ln>
              <a:noFill/>
            </a:ln>
          </p:spPr>
        </p:pic>
      </p:grpSp>
      <p:cxnSp>
        <p:nvCxnSpPr>
          <p:cNvPr id="349" name="Google Shape;349;p29"/>
          <p:cNvCxnSpPr/>
          <p:nvPr/>
        </p:nvCxnSpPr>
        <p:spPr>
          <a:xfrm>
            <a:off x="4256175" y="1179725"/>
            <a:ext cx="609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Hardware Costs</a:t>
            </a:r>
            <a:endParaRPr/>
          </a:p>
        </p:txBody>
      </p:sp>
      <p:sp>
        <p:nvSpPr>
          <p:cNvPr id="355" name="Google Shape;355;p30"/>
          <p:cNvSpPr/>
          <p:nvPr/>
        </p:nvSpPr>
        <p:spPr>
          <a:xfrm>
            <a:off x="189850" y="1129800"/>
            <a:ext cx="3555300" cy="3246000"/>
          </a:xfrm>
          <a:prstGeom prst="roundRect">
            <a:avLst>
              <a:gd fmla="val 16667" name="adj"/>
            </a:avLst>
          </a:prstGeom>
          <a:gradFill>
            <a:gsLst>
              <a:gs pos="0">
                <a:srgbClr val="FFFFFF"/>
              </a:gs>
              <a:gs pos="100000">
                <a:srgbClr val="BEBEBE"/>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pic>
        <p:nvPicPr>
          <p:cNvPr id="356" name="Google Shape;356;p30"/>
          <p:cNvPicPr preferRelativeResize="0"/>
          <p:nvPr/>
        </p:nvPicPr>
        <p:blipFill>
          <a:blip r:embed="rId3">
            <a:alphaModFix/>
          </a:blip>
          <a:stretch>
            <a:fillRect/>
          </a:stretch>
        </p:blipFill>
        <p:spPr>
          <a:xfrm>
            <a:off x="4348201" y="1138776"/>
            <a:ext cx="1736700" cy="1736700"/>
          </a:xfrm>
          <a:prstGeom prst="rect">
            <a:avLst/>
          </a:prstGeom>
          <a:noFill/>
          <a:ln>
            <a:noFill/>
          </a:ln>
        </p:spPr>
      </p:pic>
      <p:pic>
        <p:nvPicPr>
          <p:cNvPr id="357" name="Google Shape;357;p30"/>
          <p:cNvPicPr preferRelativeResize="0"/>
          <p:nvPr/>
        </p:nvPicPr>
        <p:blipFill>
          <a:blip r:embed="rId4">
            <a:alphaModFix/>
          </a:blip>
          <a:stretch>
            <a:fillRect/>
          </a:stretch>
        </p:blipFill>
        <p:spPr>
          <a:xfrm>
            <a:off x="6820138" y="1129800"/>
            <a:ext cx="1754838" cy="1736700"/>
          </a:xfrm>
          <a:prstGeom prst="rect">
            <a:avLst/>
          </a:prstGeom>
          <a:noFill/>
          <a:ln>
            <a:noFill/>
          </a:ln>
        </p:spPr>
      </p:pic>
      <p:graphicFrame>
        <p:nvGraphicFramePr>
          <p:cNvPr id="358" name="Google Shape;358;p30"/>
          <p:cNvGraphicFramePr/>
          <p:nvPr/>
        </p:nvGraphicFramePr>
        <p:xfrm>
          <a:off x="694864" y="1350635"/>
          <a:ext cx="3000000" cy="3000000"/>
        </p:xfrm>
        <a:graphic>
          <a:graphicData uri="http://schemas.openxmlformats.org/drawingml/2006/table">
            <a:tbl>
              <a:tblPr>
                <a:noFill/>
                <a:tableStyleId>{12CD677C-0918-4314-9FAF-BA2143D842A8}</a:tableStyleId>
              </a:tblPr>
              <a:tblGrid>
                <a:gridCol w="1214475"/>
                <a:gridCol w="1330800"/>
              </a:tblGrid>
              <a:tr h="921900">
                <a:tc>
                  <a:txBody>
                    <a:bodyPr/>
                    <a:lstStyle/>
                    <a:p>
                      <a:pPr indent="0" lvl="0" marL="0" rtl="0" algn="l">
                        <a:spcBef>
                          <a:spcPts val="0"/>
                        </a:spcBef>
                        <a:spcAft>
                          <a:spcPts val="0"/>
                        </a:spcAft>
                        <a:buNone/>
                      </a:pPr>
                      <a:r>
                        <a:rPr b="1" lang="en">
                          <a:solidFill>
                            <a:schemeClr val="dk1"/>
                          </a:solidFill>
                          <a:latin typeface="Hind"/>
                          <a:ea typeface="Hind"/>
                          <a:cs typeface="Hind"/>
                          <a:sym typeface="Hind"/>
                        </a:rPr>
                        <a:t>Supabase Pro</a:t>
                      </a:r>
                      <a:endParaRPr b="1">
                        <a:solidFill>
                          <a:schemeClr val="dk1"/>
                        </a:solidFill>
                        <a:latin typeface="Hind"/>
                        <a:ea typeface="Hind"/>
                        <a:cs typeface="Hind"/>
                        <a:sym typeface="Hind"/>
                      </a:endParaRPr>
                    </a:p>
                  </a:txBody>
                  <a:tcPr marT="0" marB="0" marR="0"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Golos Text"/>
                          <a:ea typeface="Golos Text"/>
                          <a:cs typeface="Golos Text"/>
                          <a:sym typeface="Golos Text"/>
                        </a:rPr>
                        <a:t>$25.00</a:t>
                      </a:r>
                      <a:endParaRPr sz="11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03950">
                <a:tc>
                  <a:txBody>
                    <a:bodyPr/>
                    <a:lstStyle/>
                    <a:p>
                      <a:pPr indent="0" lvl="0" marL="0" rtl="0" algn="l">
                        <a:spcBef>
                          <a:spcPts val="0"/>
                        </a:spcBef>
                        <a:spcAft>
                          <a:spcPts val="0"/>
                        </a:spcAft>
                        <a:buNone/>
                      </a:pPr>
                      <a:r>
                        <a:rPr b="1" lang="en">
                          <a:solidFill>
                            <a:schemeClr val="dk1"/>
                          </a:solidFill>
                          <a:latin typeface="Hind"/>
                          <a:ea typeface="Hind"/>
                          <a:cs typeface="Hind"/>
                          <a:sym typeface="Hind"/>
                        </a:rPr>
                        <a:t>Vercel Pro</a:t>
                      </a:r>
                      <a:endParaRPr b="1">
                        <a:solidFill>
                          <a:schemeClr val="dk1"/>
                        </a:solidFill>
                        <a:latin typeface="Hind"/>
                        <a:ea typeface="Hind"/>
                        <a:cs typeface="Hind"/>
                        <a:sym typeface="Hind"/>
                      </a:endParaRPr>
                    </a:p>
                  </a:txBody>
                  <a:tcPr marT="0" marB="0" marR="0"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Golos Text"/>
                          <a:ea typeface="Golos Text"/>
                          <a:cs typeface="Golos Text"/>
                          <a:sym typeface="Golos Text"/>
                        </a:rPr>
                        <a:t>$20.00</a:t>
                      </a:r>
                      <a:endParaRPr sz="11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03950">
                <a:tc>
                  <a:txBody>
                    <a:bodyPr/>
                    <a:lstStyle/>
                    <a:p>
                      <a:pPr indent="0" lvl="0" marL="0" rtl="0" algn="l">
                        <a:spcBef>
                          <a:spcPts val="0"/>
                        </a:spcBef>
                        <a:spcAft>
                          <a:spcPts val="0"/>
                        </a:spcAft>
                        <a:buNone/>
                      </a:pPr>
                      <a:r>
                        <a:rPr b="1" lang="en">
                          <a:solidFill>
                            <a:schemeClr val="dk1"/>
                          </a:solidFill>
                          <a:latin typeface="Hind"/>
                          <a:ea typeface="Hind"/>
                          <a:cs typeface="Hind"/>
                          <a:sym typeface="Hind"/>
                        </a:rPr>
                        <a:t>Total</a:t>
                      </a:r>
                      <a:endParaRPr b="1">
                        <a:solidFill>
                          <a:schemeClr val="dk1"/>
                        </a:solidFill>
                        <a:latin typeface="Hind"/>
                        <a:ea typeface="Hind"/>
                        <a:cs typeface="Hind"/>
                        <a:sym typeface="Hind"/>
                      </a:endParaRPr>
                    </a:p>
                  </a:txBody>
                  <a:tcPr marT="0" marB="0" marR="0"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dk1"/>
                          </a:solidFill>
                          <a:latin typeface="Golos Text"/>
                          <a:ea typeface="Golos Text"/>
                          <a:cs typeface="Golos Text"/>
                          <a:sym typeface="Golos Text"/>
                        </a:rPr>
                        <a:t>$45.00</a:t>
                      </a:r>
                      <a:endParaRPr b="1" sz="11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1"/>
          <p:cNvSpPr/>
          <p:nvPr/>
        </p:nvSpPr>
        <p:spPr>
          <a:xfrm>
            <a:off x="189850" y="1129800"/>
            <a:ext cx="3555300" cy="3246000"/>
          </a:xfrm>
          <a:prstGeom prst="roundRect">
            <a:avLst>
              <a:gd fmla="val 16667" name="adj"/>
            </a:avLst>
          </a:prstGeom>
          <a:gradFill>
            <a:gsLst>
              <a:gs pos="0">
                <a:srgbClr val="FFFFFF"/>
              </a:gs>
              <a:gs pos="100000">
                <a:srgbClr val="BEBEBE"/>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364" name="Google Shape;364;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Software Costs</a:t>
            </a:r>
            <a:endParaRPr/>
          </a:p>
        </p:txBody>
      </p:sp>
      <p:graphicFrame>
        <p:nvGraphicFramePr>
          <p:cNvPr id="365" name="Google Shape;365;p31"/>
          <p:cNvGraphicFramePr/>
          <p:nvPr/>
        </p:nvGraphicFramePr>
        <p:xfrm>
          <a:off x="378826" y="1549610"/>
          <a:ext cx="3000000" cy="3000000"/>
        </p:xfrm>
        <a:graphic>
          <a:graphicData uri="http://schemas.openxmlformats.org/drawingml/2006/table">
            <a:tbl>
              <a:tblPr>
                <a:noFill/>
                <a:tableStyleId>{12CD677C-0918-4314-9FAF-BA2143D842A8}</a:tableStyleId>
              </a:tblPr>
              <a:tblGrid>
                <a:gridCol w="1492000"/>
                <a:gridCol w="1685350"/>
              </a:tblGrid>
              <a:tr h="659175">
                <a:tc>
                  <a:txBody>
                    <a:bodyPr/>
                    <a:lstStyle/>
                    <a:p>
                      <a:pPr indent="0" lvl="0" marL="0" rtl="0" algn="l">
                        <a:spcBef>
                          <a:spcPts val="0"/>
                        </a:spcBef>
                        <a:spcAft>
                          <a:spcPts val="0"/>
                        </a:spcAft>
                        <a:buNone/>
                      </a:pPr>
                      <a:r>
                        <a:rPr b="1" lang="en">
                          <a:solidFill>
                            <a:schemeClr val="dk1"/>
                          </a:solidFill>
                          <a:latin typeface="Hind"/>
                          <a:ea typeface="Hind"/>
                          <a:cs typeface="Hind"/>
                          <a:sym typeface="Hind"/>
                        </a:rPr>
                        <a:t>Domain Name Cost</a:t>
                      </a:r>
                      <a:endParaRPr b="1">
                        <a:solidFill>
                          <a:schemeClr val="dk1"/>
                        </a:solidFill>
                        <a:latin typeface="Hind"/>
                        <a:ea typeface="Hind"/>
                        <a:cs typeface="Hind"/>
                        <a:sym typeface="Hind"/>
                      </a:endParaRPr>
                    </a:p>
                  </a:txBody>
                  <a:tcPr marT="0" marB="0" marR="0"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Golos Text"/>
                          <a:ea typeface="Golos Text"/>
                          <a:cs typeface="Golos Text"/>
                          <a:sym typeface="Golos Text"/>
                        </a:rPr>
                        <a:t>$10.46</a:t>
                      </a:r>
                      <a:endParaRPr sz="11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6075">
                <a:tc>
                  <a:txBody>
                    <a:bodyPr/>
                    <a:lstStyle/>
                    <a:p>
                      <a:pPr indent="0" lvl="0" marL="0" rtl="0" algn="l">
                        <a:spcBef>
                          <a:spcPts val="0"/>
                        </a:spcBef>
                        <a:spcAft>
                          <a:spcPts val="0"/>
                        </a:spcAft>
                        <a:buNone/>
                      </a:pPr>
                      <a:r>
                        <a:rPr b="1" lang="en">
                          <a:solidFill>
                            <a:schemeClr val="dk1"/>
                          </a:solidFill>
                          <a:latin typeface="Hind"/>
                          <a:ea typeface="Hind"/>
                          <a:cs typeface="Hind"/>
                          <a:sym typeface="Hind"/>
                        </a:rPr>
                        <a:t>SSL Certificate</a:t>
                      </a:r>
                      <a:endParaRPr b="1">
                        <a:solidFill>
                          <a:schemeClr val="dk1"/>
                        </a:solidFill>
                        <a:latin typeface="Hind"/>
                        <a:ea typeface="Hind"/>
                        <a:cs typeface="Hind"/>
                        <a:sym typeface="Hind"/>
                      </a:endParaRPr>
                    </a:p>
                  </a:txBody>
                  <a:tcPr marT="0" marB="0" marR="0"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Golos Text"/>
                          <a:ea typeface="Golos Text"/>
                          <a:cs typeface="Golos Text"/>
                          <a:sym typeface="Golos Text"/>
                        </a:rPr>
                        <a:t>$0.00</a:t>
                      </a:r>
                      <a:endParaRPr sz="11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6075">
                <a:tc>
                  <a:txBody>
                    <a:bodyPr/>
                    <a:lstStyle/>
                    <a:p>
                      <a:pPr indent="0" lvl="0" marL="0" rtl="0" algn="l">
                        <a:spcBef>
                          <a:spcPts val="0"/>
                        </a:spcBef>
                        <a:spcAft>
                          <a:spcPts val="0"/>
                        </a:spcAft>
                        <a:buNone/>
                      </a:pPr>
                      <a:r>
                        <a:rPr b="1" lang="en">
                          <a:solidFill>
                            <a:schemeClr val="dk1"/>
                          </a:solidFill>
                          <a:latin typeface="Hind"/>
                          <a:ea typeface="Hind"/>
                          <a:cs typeface="Hind"/>
                          <a:sym typeface="Hind"/>
                        </a:rPr>
                        <a:t>React + Vite</a:t>
                      </a:r>
                      <a:endParaRPr b="1">
                        <a:solidFill>
                          <a:schemeClr val="dk1"/>
                        </a:solidFill>
                        <a:latin typeface="Hind"/>
                        <a:ea typeface="Hind"/>
                        <a:cs typeface="Hind"/>
                        <a:sym typeface="Hind"/>
                      </a:endParaRPr>
                    </a:p>
                  </a:txBody>
                  <a:tcPr marT="0" marB="0" marR="0"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Golos Text"/>
                          <a:ea typeface="Golos Text"/>
                          <a:cs typeface="Golos Text"/>
                          <a:sym typeface="Golos Text"/>
                        </a:rPr>
                        <a:t>$0.00</a:t>
                      </a:r>
                      <a:endParaRPr sz="11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636075">
                <a:tc>
                  <a:txBody>
                    <a:bodyPr/>
                    <a:lstStyle/>
                    <a:p>
                      <a:pPr indent="0" lvl="0" marL="0" rtl="0" algn="l">
                        <a:spcBef>
                          <a:spcPts val="0"/>
                        </a:spcBef>
                        <a:spcAft>
                          <a:spcPts val="0"/>
                        </a:spcAft>
                        <a:buNone/>
                      </a:pPr>
                      <a:r>
                        <a:rPr b="1" lang="en">
                          <a:solidFill>
                            <a:schemeClr val="dk1"/>
                          </a:solidFill>
                          <a:latin typeface="Hind"/>
                          <a:ea typeface="Hind"/>
                          <a:cs typeface="Hind"/>
                          <a:sym typeface="Hind"/>
                        </a:rPr>
                        <a:t>Total</a:t>
                      </a:r>
                      <a:endParaRPr b="1">
                        <a:solidFill>
                          <a:schemeClr val="dk1"/>
                        </a:solidFill>
                        <a:latin typeface="Hind"/>
                        <a:ea typeface="Hind"/>
                        <a:cs typeface="Hind"/>
                        <a:sym typeface="Hind"/>
                      </a:endParaRPr>
                    </a:p>
                  </a:txBody>
                  <a:tcPr marT="0" marB="0" marR="0"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dk1"/>
                          </a:solidFill>
                          <a:latin typeface="Golos Text"/>
                          <a:ea typeface="Golos Text"/>
                          <a:cs typeface="Golos Text"/>
                          <a:sym typeface="Golos Text"/>
                        </a:rPr>
                        <a:t>$10.46</a:t>
                      </a:r>
                      <a:endParaRPr b="1" sz="11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366" name="Google Shape;366;p31"/>
          <p:cNvPicPr preferRelativeResize="0"/>
          <p:nvPr/>
        </p:nvPicPr>
        <p:blipFill>
          <a:blip r:embed="rId3">
            <a:alphaModFix/>
          </a:blip>
          <a:stretch>
            <a:fillRect/>
          </a:stretch>
        </p:blipFill>
        <p:spPr>
          <a:xfrm>
            <a:off x="4198309" y="1321466"/>
            <a:ext cx="1881477" cy="1674749"/>
          </a:xfrm>
          <a:prstGeom prst="rect">
            <a:avLst/>
          </a:prstGeom>
          <a:noFill/>
          <a:ln>
            <a:noFill/>
          </a:ln>
        </p:spPr>
      </p:pic>
      <p:pic>
        <p:nvPicPr>
          <p:cNvPr id="367" name="Google Shape;367;p31"/>
          <p:cNvPicPr preferRelativeResize="0"/>
          <p:nvPr/>
        </p:nvPicPr>
        <p:blipFill>
          <a:blip r:embed="rId4">
            <a:alphaModFix/>
          </a:blip>
          <a:stretch>
            <a:fillRect/>
          </a:stretch>
        </p:blipFill>
        <p:spPr>
          <a:xfrm>
            <a:off x="6584275" y="1229925"/>
            <a:ext cx="1766301" cy="17663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2"/>
          <p:cNvSpPr/>
          <p:nvPr/>
        </p:nvSpPr>
        <p:spPr>
          <a:xfrm>
            <a:off x="189850" y="1129800"/>
            <a:ext cx="3555300" cy="3246000"/>
          </a:xfrm>
          <a:prstGeom prst="roundRect">
            <a:avLst>
              <a:gd fmla="val 16667" name="adj"/>
            </a:avLst>
          </a:prstGeom>
          <a:gradFill>
            <a:gsLst>
              <a:gs pos="0">
                <a:srgbClr val="FFFFFF"/>
              </a:gs>
              <a:gs pos="100000">
                <a:srgbClr val="BEBEBE"/>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olos Text"/>
              <a:ea typeface="Golos Text"/>
              <a:cs typeface="Golos Text"/>
              <a:sym typeface="Golos Text"/>
            </a:endParaRPr>
          </a:p>
        </p:txBody>
      </p:sp>
      <p:sp>
        <p:nvSpPr>
          <p:cNvPr id="373" name="Google Shape;373;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Personnel</a:t>
            </a:r>
            <a:r>
              <a:rPr lang="en"/>
              <a:t> Costs</a:t>
            </a:r>
            <a:endParaRPr/>
          </a:p>
        </p:txBody>
      </p:sp>
      <p:graphicFrame>
        <p:nvGraphicFramePr>
          <p:cNvPr id="374" name="Google Shape;374;p32"/>
          <p:cNvGraphicFramePr/>
          <p:nvPr/>
        </p:nvGraphicFramePr>
        <p:xfrm>
          <a:off x="435701" y="1447585"/>
          <a:ext cx="3000000" cy="3000000"/>
        </p:xfrm>
        <a:graphic>
          <a:graphicData uri="http://schemas.openxmlformats.org/drawingml/2006/table">
            <a:tbl>
              <a:tblPr>
                <a:noFill/>
                <a:tableStyleId>{12CD677C-0918-4314-9FAF-BA2143D842A8}</a:tableStyleId>
              </a:tblPr>
              <a:tblGrid>
                <a:gridCol w="1712725"/>
                <a:gridCol w="1413000"/>
              </a:tblGrid>
              <a:tr h="829500">
                <a:tc>
                  <a:txBody>
                    <a:bodyPr/>
                    <a:lstStyle/>
                    <a:p>
                      <a:pPr indent="0" lvl="0" marL="0" rtl="0" algn="l">
                        <a:spcBef>
                          <a:spcPts val="0"/>
                        </a:spcBef>
                        <a:spcAft>
                          <a:spcPts val="0"/>
                        </a:spcAft>
                        <a:buNone/>
                      </a:pPr>
                      <a:r>
                        <a:rPr b="1" lang="en">
                          <a:solidFill>
                            <a:schemeClr val="dk1"/>
                          </a:solidFill>
                          <a:latin typeface="Hind"/>
                          <a:ea typeface="Hind"/>
                          <a:cs typeface="Hind"/>
                          <a:sym typeface="Hind"/>
                        </a:rPr>
                        <a:t>Development Costs</a:t>
                      </a:r>
                      <a:endParaRPr b="1">
                        <a:solidFill>
                          <a:schemeClr val="dk1"/>
                        </a:solidFill>
                        <a:latin typeface="Hind"/>
                        <a:ea typeface="Hind"/>
                        <a:cs typeface="Hind"/>
                        <a:sym typeface="Hind"/>
                      </a:endParaRPr>
                    </a:p>
                  </a:txBody>
                  <a:tcPr marT="0" marB="0" marR="0"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Golos Text"/>
                          <a:ea typeface="Golos Text"/>
                          <a:cs typeface="Golos Text"/>
                          <a:sym typeface="Golos Text"/>
                        </a:rPr>
                        <a:t>$0.00</a:t>
                      </a:r>
                      <a:endParaRPr sz="11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29500">
                <a:tc>
                  <a:txBody>
                    <a:bodyPr/>
                    <a:lstStyle/>
                    <a:p>
                      <a:pPr indent="0" lvl="0" marL="0" rtl="0" algn="l">
                        <a:spcBef>
                          <a:spcPts val="0"/>
                        </a:spcBef>
                        <a:spcAft>
                          <a:spcPts val="0"/>
                        </a:spcAft>
                        <a:buNone/>
                      </a:pPr>
                      <a:r>
                        <a:rPr b="1" lang="en">
                          <a:solidFill>
                            <a:schemeClr val="dk1"/>
                          </a:solidFill>
                          <a:latin typeface="Hind"/>
                          <a:ea typeface="Hind"/>
                          <a:cs typeface="Hind"/>
                          <a:sym typeface="Hind"/>
                        </a:rPr>
                        <a:t>End User Training</a:t>
                      </a:r>
                      <a:endParaRPr b="1">
                        <a:solidFill>
                          <a:schemeClr val="dk1"/>
                        </a:solidFill>
                        <a:latin typeface="Hind"/>
                        <a:ea typeface="Hind"/>
                        <a:cs typeface="Hind"/>
                        <a:sym typeface="Hind"/>
                      </a:endParaRPr>
                    </a:p>
                  </a:txBody>
                  <a:tcPr marT="0" marB="0" marR="0"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1"/>
                          </a:solidFill>
                          <a:latin typeface="Golos Text"/>
                          <a:ea typeface="Golos Text"/>
                          <a:cs typeface="Golos Text"/>
                          <a:sym typeface="Golos Text"/>
                        </a:rPr>
                        <a:t>$40-$60</a:t>
                      </a:r>
                      <a:endParaRPr sz="11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29500">
                <a:tc>
                  <a:txBody>
                    <a:bodyPr/>
                    <a:lstStyle/>
                    <a:p>
                      <a:pPr indent="0" lvl="0" marL="0" rtl="0" algn="l">
                        <a:spcBef>
                          <a:spcPts val="0"/>
                        </a:spcBef>
                        <a:spcAft>
                          <a:spcPts val="0"/>
                        </a:spcAft>
                        <a:buNone/>
                      </a:pPr>
                      <a:r>
                        <a:rPr b="1" lang="en">
                          <a:solidFill>
                            <a:schemeClr val="dk1"/>
                          </a:solidFill>
                          <a:latin typeface="Hind"/>
                          <a:ea typeface="Hind"/>
                          <a:cs typeface="Hind"/>
                          <a:sym typeface="Hind"/>
                        </a:rPr>
                        <a:t>Total</a:t>
                      </a:r>
                      <a:endParaRPr b="1">
                        <a:solidFill>
                          <a:schemeClr val="dk1"/>
                        </a:solidFill>
                        <a:latin typeface="Hind"/>
                        <a:ea typeface="Hind"/>
                        <a:cs typeface="Hind"/>
                        <a:sym typeface="Hind"/>
                      </a:endParaRPr>
                    </a:p>
                  </a:txBody>
                  <a:tcPr marT="0" marB="0" marR="0" marL="91425"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dk1"/>
                          </a:solidFill>
                          <a:latin typeface="Golos Text"/>
                          <a:ea typeface="Golos Text"/>
                          <a:cs typeface="Golos Text"/>
                          <a:sym typeface="Golos Text"/>
                        </a:rPr>
                        <a:t>$40-$60</a:t>
                      </a:r>
                      <a:endParaRPr b="1" sz="11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375" name="Google Shape;375;p32"/>
          <p:cNvPicPr preferRelativeResize="0"/>
          <p:nvPr/>
        </p:nvPicPr>
        <p:blipFill>
          <a:blip r:embed="rId3">
            <a:alphaModFix/>
          </a:blip>
          <a:stretch>
            <a:fillRect/>
          </a:stretch>
        </p:blipFill>
        <p:spPr>
          <a:xfrm>
            <a:off x="4150225" y="1656963"/>
            <a:ext cx="4223000" cy="2191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Budget</a:t>
            </a:r>
            <a:endParaRPr/>
          </a:p>
        </p:txBody>
      </p:sp>
      <p:sp>
        <p:nvSpPr>
          <p:cNvPr id="381" name="Google Shape;381;p33"/>
          <p:cNvSpPr/>
          <p:nvPr/>
        </p:nvSpPr>
        <p:spPr>
          <a:xfrm>
            <a:off x="6303738" y="1540213"/>
            <a:ext cx="183300" cy="18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3"/>
          <p:cNvSpPr/>
          <p:nvPr/>
        </p:nvSpPr>
        <p:spPr>
          <a:xfrm>
            <a:off x="6303738" y="2295138"/>
            <a:ext cx="183300" cy="183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3"/>
          <p:cNvSpPr/>
          <p:nvPr/>
        </p:nvSpPr>
        <p:spPr>
          <a:xfrm>
            <a:off x="6303738" y="3050063"/>
            <a:ext cx="183300" cy="183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3"/>
          <p:cNvSpPr txBox="1"/>
          <p:nvPr/>
        </p:nvSpPr>
        <p:spPr>
          <a:xfrm>
            <a:off x="6528238" y="3061130"/>
            <a:ext cx="1673100" cy="358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Hind"/>
                <a:ea typeface="Hind"/>
                <a:cs typeface="Hind"/>
                <a:sym typeface="Hind"/>
              </a:rPr>
              <a:t>Personnel</a:t>
            </a:r>
            <a:endParaRPr b="1" sz="1800">
              <a:solidFill>
                <a:schemeClr val="dk1"/>
              </a:solidFill>
              <a:latin typeface="Hind"/>
              <a:ea typeface="Hind"/>
              <a:cs typeface="Hind"/>
              <a:sym typeface="Hind"/>
            </a:endParaRPr>
          </a:p>
        </p:txBody>
      </p:sp>
      <p:sp>
        <p:nvSpPr>
          <p:cNvPr id="385" name="Google Shape;385;p33"/>
          <p:cNvSpPr txBox="1"/>
          <p:nvPr/>
        </p:nvSpPr>
        <p:spPr>
          <a:xfrm>
            <a:off x="6528238" y="3362094"/>
            <a:ext cx="16731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Golos Text"/>
                <a:ea typeface="Golos Text"/>
                <a:cs typeface="Golos Text"/>
                <a:sym typeface="Golos Text"/>
              </a:rPr>
              <a:t>$60.00</a:t>
            </a:r>
            <a:endParaRPr sz="1200">
              <a:solidFill>
                <a:schemeClr val="dk1"/>
              </a:solidFill>
              <a:latin typeface="Golos Text"/>
              <a:ea typeface="Golos Text"/>
              <a:cs typeface="Golos Text"/>
              <a:sym typeface="Golos Text"/>
            </a:endParaRPr>
          </a:p>
        </p:txBody>
      </p:sp>
      <p:sp>
        <p:nvSpPr>
          <p:cNvPr id="386" name="Google Shape;386;p33"/>
          <p:cNvSpPr txBox="1"/>
          <p:nvPr/>
        </p:nvSpPr>
        <p:spPr>
          <a:xfrm>
            <a:off x="6528238" y="2306801"/>
            <a:ext cx="1673100" cy="358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Hind"/>
                <a:ea typeface="Hind"/>
                <a:cs typeface="Hind"/>
                <a:sym typeface="Hind"/>
              </a:rPr>
              <a:t>Software</a:t>
            </a:r>
            <a:endParaRPr b="1" sz="1800">
              <a:solidFill>
                <a:schemeClr val="dk1"/>
              </a:solidFill>
              <a:latin typeface="Hind"/>
              <a:ea typeface="Hind"/>
              <a:cs typeface="Hind"/>
              <a:sym typeface="Hind"/>
            </a:endParaRPr>
          </a:p>
        </p:txBody>
      </p:sp>
      <p:sp>
        <p:nvSpPr>
          <p:cNvPr id="387" name="Google Shape;387;p33"/>
          <p:cNvSpPr txBox="1"/>
          <p:nvPr/>
        </p:nvSpPr>
        <p:spPr>
          <a:xfrm>
            <a:off x="6528238" y="2607765"/>
            <a:ext cx="16731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Golos Text"/>
                <a:ea typeface="Golos Text"/>
                <a:cs typeface="Golos Text"/>
                <a:sym typeface="Golos Text"/>
              </a:rPr>
              <a:t>$10.46</a:t>
            </a:r>
            <a:endParaRPr sz="1200">
              <a:solidFill>
                <a:schemeClr val="dk1"/>
              </a:solidFill>
              <a:latin typeface="Golos Text"/>
              <a:ea typeface="Golos Text"/>
              <a:cs typeface="Golos Text"/>
              <a:sym typeface="Golos Text"/>
            </a:endParaRPr>
          </a:p>
        </p:txBody>
      </p:sp>
      <p:sp>
        <p:nvSpPr>
          <p:cNvPr id="388" name="Google Shape;388;p33"/>
          <p:cNvSpPr txBox="1"/>
          <p:nvPr/>
        </p:nvSpPr>
        <p:spPr>
          <a:xfrm>
            <a:off x="6528238" y="1552472"/>
            <a:ext cx="1673100" cy="358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Hind"/>
                <a:ea typeface="Hind"/>
                <a:cs typeface="Hind"/>
                <a:sym typeface="Hind"/>
              </a:rPr>
              <a:t>Hardware</a:t>
            </a:r>
            <a:endParaRPr b="1" sz="1800">
              <a:solidFill>
                <a:schemeClr val="dk1"/>
              </a:solidFill>
              <a:latin typeface="Hind"/>
              <a:ea typeface="Hind"/>
              <a:cs typeface="Hind"/>
              <a:sym typeface="Hind"/>
            </a:endParaRPr>
          </a:p>
        </p:txBody>
      </p:sp>
      <p:sp>
        <p:nvSpPr>
          <p:cNvPr id="389" name="Google Shape;389;p33"/>
          <p:cNvSpPr txBox="1"/>
          <p:nvPr/>
        </p:nvSpPr>
        <p:spPr>
          <a:xfrm>
            <a:off x="6528238" y="1853437"/>
            <a:ext cx="1673100" cy="3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Golos Text"/>
                <a:ea typeface="Golos Text"/>
                <a:cs typeface="Golos Text"/>
                <a:sym typeface="Golos Text"/>
              </a:rPr>
              <a:t>$45.00</a:t>
            </a:r>
            <a:endParaRPr sz="1200">
              <a:solidFill>
                <a:schemeClr val="dk1"/>
              </a:solidFill>
              <a:latin typeface="Golos Text"/>
              <a:ea typeface="Golos Text"/>
              <a:cs typeface="Golos Text"/>
              <a:sym typeface="Golos Text"/>
            </a:endParaRPr>
          </a:p>
        </p:txBody>
      </p:sp>
      <p:pic>
        <p:nvPicPr>
          <p:cNvPr id="390" name="Google Shape;390;p33" title="Chart"/>
          <p:cNvPicPr preferRelativeResize="0"/>
          <p:nvPr/>
        </p:nvPicPr>
        <p:blipFill>
          <a:blip r:embed="rId3">
            <a:alphaModFix/>
          </a:blip>
          <a:stretch>
            <a:fillRect/>
          </a:stretch>
        </p:blipFill>
        <p:spPr>
          <a:xfrm>
            <a:off x="571500" y="1143413"/>
            <a:ext cx="5316774" cy="3287526"/>
          </a:xfrm>
          <a:prstGeom prst="rect">
            <a:avLst/>
          </a:prstGeom>
          <a:noFill/>
          <a:ln>
            <a:noFill/>
          </a:ln>
        </p:spPr>
      </p:pic>
      <p:sp>
        <p:nvSpPr>
          <p:cNvPr id="391" name="Google Shape;391;p33"/>
          <p:cNvSpPr txBox="1"/>
          <p:nvPr/>
        </p:nvSpPr>
        <p:spPr>
          <a:xfrm>
            <a:off x="2878650" y="4567250"/>
            <a:ext cx="3386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latin typeface="Hind"/>
                <a:ea typeface="Hind"/>
                <a:cs typeface="Hind"/>
                <a:sym typeface="Hind"/>
              </a:rPr>
              <a:t>Estimated Total:</a:t>
            </a:r>
            <a:r>
              <a:rPr lang="en" sz="1800">
                <a:solidFill>
                  <a:schemeClr val="dk1"/>
                </a:solidFill>
                <a:latin typeface="Hind"/>
                <a:ea typeface="Hind"/>
                <a:cs typeface="Hind"/>
                <a:sym typeface="Hind"/>
              </a:rPr>
              <a:t> $115.46</a:t>
            </a:r>
            <a:endParaRPr sz="1800">
              <a:solidFill>
                <a:schemeClr val="dk1"/>
              </a:solidFill>
              <a:latin typeface="Hind"/>
              <a:ea typeface="Hind"/>
              <a:cs typeface="Hind"/>
              <a:sym typeface="Hi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4"/>
          <p:cNvSpPr txBox="1"/>
          <p:nvPr>
            <p:ph type="title"/>
          </p:nvPr>
        </p:nvSpPr>
        <p:spPr>
          <a:xfrm>
            <a:off x="4132900" y="2408450"/>
            <a:ext cx="4301100" cy="160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Timeline &amp; Schedule</a:t>
            </a:r>
            <a:endParaRPr/>
          </a:p>
        </p:txBody>
      </p:sp>
      <p:sp>
        <p:nvSpPr>
          <p:cNvPr id="397" name="Google Shape;397;p34"/>
          <p:cNvSpPr txBox="1"/>
          <p:nvPr>
            <p:ph idx="2" type="title"/>
          </p:nvPr>
        </p:nvSpPr>
        <p:spPr>
          <a:xfrm>
            <a:off x="4132900" y="1285925"/>
            <a:ext cx="1450800" cy="104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pic>
        <p:nvPicPr>
          <p:cNvPr id="398" name="Google Shape;398;p34"/>
          <p:cNvPicPr preferRelativeResize="0"/>
          <p:nvPr/>
        </p:nvPicPr>
        <p:blipFill>
          <a:blip r:embed="rId3">
            <a:alphaModFix amt="21000"/>
          </a:blip>
          <a:stretch>
            <a:fillRect/>
          </a:stretch>
        </p:blipFill>
        <p:spPr>
          <a:xfrm flipH="1">
            <a:off x="-532853" y="-4"/>
            <a:ext cx="4775101" cy="2539096"/>
          </a:xfrm>
          <a:prstGeom prst="rect">
            <a:avLst/>
          </a:prstGeom>
          <a:noFill/>
          <a:ln>
            <a:noFill/>
          </a:ln>
        </p:spPr>
      </p:pic>
      <p:grpSp>
        <p:nvGrpSpPr>
          <p:cNvPr id="399" name="Google Shape;399;p34"/>
          <p:cNvGrpSpPr/>
          <p:nvPr/>
        </p:nvGrpSpPr>
        <p:grpSpPr>
          <a:xfrm flipH="1">
            <a:off x="-914594" y="455623"/>
            <a:ext cx="5313368" cy="5145951"/>
            <a:chOff x="4326600" y="455623"/>
            <a:chExt cx="5313368" cy="5145951"/>
          </a:xfrm>
        </p:grpSpPr>
        <p:sp>
          <p:nvSpPr>
            <p:cNvPr id="400" name="Google Shape;400;p34"/>
            <p:cNvSpPr/>
            <p:nvPr/>
          </p:nvSpPr>
          <p:spPr>
            <a:xfrm>
              <a:off x="4326600" y="455623"/>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34"/>
            <p:cNvSpPr/>
            <p:nvPr/>
          </p:nvSpPr>
          <p:spPr>
            <a:xfrm>
              <a:off x="4368901" y="767644"/>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34"/>
            <p:cNvSpPr/>
            <p:nvPr/>
          </p:nvSpPr>
          <p:spPr>
            <a:xfrm>
              <a:off x="4368899" y="455625"/>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403" name="Google Shape;403;p34"/>
          <p:cNvPicPr preferRelativeResize="0"/>
          <p:nvPr/>
        </p:nvPicPr>
        <p:blipFill>
          <a:blip r:embed="rId4">
            <a:alphaModFix amt="79000"/>
          </a:blip>
          <a:stretch>
            <a:fillRect/>
          </a:stretch>
        </p:blipFill>
        <p:spPr>
          <a:xfrm flipH="1">
            <a:off x="13175" y="-1318753"/>
            <a:ext cx="2344349" cy="2346255"/>
          </a:xfrm>
          <a:prstGeom prst="rect">
            <a:avLst/>
          </a:prstGeom>
          <a:noFill/>
          <a:ln>
            <a:noFill/>
          </a:ln>
        </p:spPr>
      </p:pic>
      <p:pic>
        <p:nvPicPr>
          <p:cNvPr id="404" name="Google Shape;404;p34"/>
          <p:cNvPicPr preferRelativeResize="0"/>
          <p:nvPr/>
        </p:nvPicPr>
        <p:blipFill>
          <a:blip r:embed="rId4">
            <a:alphaModFix amt="79000"/>
          </a:blip>
          <a:stretch>
            <a:fillRect/>
          </a:stretch>
        </p:blipFill>
        <p:spPr>
          <a:xfrm flipH="1">
            <a:off x="-1613625" y="2334897"/>
            <a:ext cx="2344349" cy="2346255"/>
          </a:xfrm>
          <a:prstGeom prst="rect">
            <a:avLst/>
          </a:prstGeom>
          <a:noFill/>
          <a:ln>
            <a:noFill/>
          </a:ln>
        </p:spPr>
      </p:pic>
      <p:pic>
        <p:nvPicPr>
          <p:cNvPr id="405" name="Google Shape;405;p34"/>
          <p:cNvPicPr preferRelativeResize="0"/>
          <p:nvPr/>
        </p:nvPicPr>
        <p:blipFill>
          <a:blip r:embed="rId4">
            <a:alphaModFix amt="79000"/>
          </a:blip>
          <a:stretch>
            <a:fillRect/>
          </a:stretch>
        </p:blipFill>
        <p:spPr>
          <a:xfrm flipH="1">
            <a:off x="-761450" y="4316097"/>
            <a:ext cx="2344349" cy="2346255"/>
          </a:xfrm>
          <a:prstGeom prst="rect">
            <a:avLst/>
          </a:prstGeom>
          <a:noFill/>
          <a:ln>
            <a:noFill/>
          </a:ln>
        </p:spPr>
      </p:pic>
      <p:grpSp>
        <p:nvGrpSpPr>
          <p:cNvPr id="406" name="Google Shape;406;p34"/>
          <p:cNvGrpSpPr/>
          <p:nvPr/>
        </p:nvGrpSpPr>
        <p:grpSpPr>
          <a:xfrm>
            <a:off x="829212" y="3202375"/>
            <a:ext cx="2148213" cy="2635749"/>
            <a:chOff x="5119300" y="3450025"/>
            <a:chExt cx="2148213" cy="2635749"/>
          </a:xfrm>
        </p:grpSpPr>
        <p:pic>
          <p:nvPicPr>
            <p:cNvPr id="407" name="Google Shape;407;p34"/>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408" name="Google Shape;408;p34"/>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409" name="Google Shape;409;p34"/>
          <p:cNvGrpSpPr/>
          <p:nvPr/>
        </p:nvGrpSpPr>
        <p:grpSpPr>
          <a:xfrm>
            <a:off x="713237" y="-471975"/>
            <a:ext cx="2148213" cy="2635749"/>
            <a:chOff x="5119300" y="3450025"/>
            <a:chExt cx="2148213" cy="2635749"/>
          </a:xfrm>
        </p:grpSpPr>
        <p:pic>
          <p:nvPicPr>
            <p:cNvPr id="410" name="Google Shape;410;p34"/>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411" name="Google Shape;411;p34"/>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412" name="Google Shape;412;p34"/>
          <p:cNvGrpSpPr/>
          <p:nvPr/>
        </p:nvGrpSpPr>
        <p:grpSpPr>
          <a:xfrm>
            <a:off x="6628687" y="-1270700"/>
            <a:ext cx="2148213" cy="2635749"/>
            <a:chOff x="5119300" y="3450025"/>
            <a:chExt cx="2148213" cy="2635749"/>
          </a:xfrm>
        </p:grpSpPr>
        <p:pic>
          <p:nvPicPr>
            <p:cNvPr id="413" name="Google Shape;413;p34"/>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414" name="Google Shape;414;p34"/>
            <p:cNvPicPr preferRelativeResize="0"/>
            <p:nvPr/>
          </p:nvPicPr>
          <p:blipFill>
            <a:blip r:embed="rId5">
              <a:alphaModFix/>
            </a:blip>
            <a:stretch>
              <a:fillRect/>
            </a:stretch>
          </p:blipFill>
          <p:spPr>
            <a:xfrm>
              <a:off x="5576500" y="4392300"/>
              <a:ext cx="1691013" cy="1693474"/>
            </a:xfrm>
            <a:prstGeom prst="rect">
              <a:avLst/>
            </a:prstGeom>
            <a:noFill/>
            <a:ln>
              <a:noFill/>
            </a:ln>
          </p:spPr>
        </p:pic>
      </p:grpSp>
      <p:cxnSp>
        <p:nvCxnSpPr>
          <p:cNvPr id="415" name="Google Shape;415;p34"/>
          <p:cNvCxnSpPr/>
          <p:nvPr/>
        </p:nvCxnSpPr>
        <p:spPr>
          <a:xfrm>
            <a:off x="4256175" y="1179725"/>
            <a:ext cx="609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5"/>
          <p:cNvSpPr/>
          <p:nvPr/>
        </p:nvSpPr>
        <p:spPr>
          <a:xfrm>
            <a:off x="1525876" y="2264238"/>
            <a:ext cx="183300" cy="18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5"/>
          <p:cNvSpPr/>
          <p:nvPr/>
        </p:nvSpPr>
        <p:spPr>
          <a:xfrm>
            <a:off x="3491522" y="2264238"/>
            <a:ext cx="183300" cy="18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5"/>
          <p:cNvSpPr/>
          <p:nvPr/>
        </p:nvSpPr>
        <p:spPr>
          <a:xfrm>
            <a:off x="5457168" y="2264238"/>
            <a:ext cx="183300" cy="18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5"/>
          <p:cNvSpPr/>
          <p:nvPr/>
        </p:nvSpPr>
        <p:spPr>
          <a:xfrm>
            <a:off x="7422813" y="2264238"/>
            <a:ext cx="183300" cy="18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5"/>
          <p:cNvSpPr/>
          <p:nvPr/>
        </p:nvSpPr>
        <p:spPr>
          <a:xfrm>
            <a:off x="3489801" y="2964200"/>
            <a:ext cx="183300" cy="183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Timeline</a:t>
            </a:r>
            <a:endParaRPr/>
          </a:p>
        </p:txBody>
      </p:sp>
      <p:pic>
        <p:nvPicPr>
          <p:cNvPr id="426" name="Google Shape;426;p35"/>
          <p:cNvPicPr preferRelativeResize="0"/>
          <p:nvPr/>
        </p:nvPicPr>
        <p:blipFill>
          <a:blip r:embed="rId3">
            <a:alphaModFix amt="79000"/>
          </a:blip>
          <a:stretch>
            <a:fillRect/>
          </a:stretch>
        </p:blipFill>
        <p:spPr>
          <a:xfrm>
            <a:off x="7739450" y="-1318753"/>
            <a:ext cx="2344349" cy="2346255"/>
          </a:xfrm>
          <a:prstGeom prst="rect">
            <a:avLst/>
          </a:prstGeom>
          <a:noFill/>
          <a:ln>
            <a:noFill/>
          </a:ln>
        </p:spPr>
      </p:pic>
      <p:sp>
        <p:nvSpPr>
          <p:cNvPr id="427" name="Google Shape;427;p35"/>
          <p:cNvSpPr txBox="1"/>
          <p:nvPr/>
        </p:nvSpPr>
        <p:spPr>
          <a:xfrm flipH="1">
            <a:off x="713146" y="1216802"/>
            <a:ext cx="1812300" cy="420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ind"/>
                <a:ea typeface="Hind"/>
                <a:cs typeface="Hind"/>
                <a:sym typeface="Hind"/>
              </a:rPr>
              <a:t>Phase </a:t>
            </a:r>
            <a:r>
              <a:rPr b="1" lang="en" sz="1800">
                <a:solidFill>
                  <a:schemeClr val="dk1"/>
                </a:solidFill>
                <a:latin typeface="Hind"/>
                <a:ea typeface="Hind"/>
                <a:cs typeface="Hind"/>
                <a:sym typeface="Hind"/>
              </a:rPr>
              <a:t>1</a:t>
            </a:r>
            <a:endParaRPr b="1" sz="1800">
              <a:solidFill>
                <a:schemeClr val="dk1"/>
              </a:solidFill>
              <a:latin typeface="Hind"/>
              <a:ea typeface="Hind"/>
              <a:cs typeface="Hind"/>
              <a:sym typeface="Hind"/>
            </a:endParaRPr>
          </a:p>
        </p:txBody>
      </p:sp>
      <p:sp>
        <p:nvSpPr>
          <p:cNvPr id="428" name="Google Shape;428;p35"/>
          <p:cNvSpPr txBox="1"/>
          <p:nvPr/>
        </p:nvSpPr>
        <p:spPr>
          <a:xfrm flipH="1">
            <a:off x="713146" y="1564750"/>
            <a:ext cx="1812300" cy="31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Golos Text"/>
                <a:ea typeface="Golos Text"/>
                <a:cs typeface="Golos Text"/>
                <a:sym typeface="Golos Text"/>
              </a:rPr>
              <a:t>Requirements Check</a:t>
            </a:r>
            <a:endParaRPr sz="1200">
              <a:solidFill>
                <a:schemeClr val="dk1"/>
              </a:solidFill>
              <a:latin typeface="Golos Text"/>
              <a:ea typeface="Golos Text"/>
              <a:cs typeface="Golos Text"/>
              <a:sym typeface="Golos Text"/>
            </a:endParaRPr>
          </a:p>
        </p:txBody>
      </p:sp>
      <p:sp>
        <p:nvSpPr>
          <p:cNvPr id="429" name="Google Shape;429;p35"/>
          <p:cNvSpPr txBox="1"/>
          <p:nvPr/>
        </p:nvSpPr>
        <p:spPr>
          <a:xfrm flipH="1">
            <a:off x="2677025" y="1216802"/>
            <a:ext cx="1812300" cy="420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ind"/>
                <a:ea typeface="Hind"/>
                <a:cs typeface="Hind"/>
                <a:sym typeface="Hind"/>
              </a:rPr>
              <a:t>Phase </a:t>
            </a:r>
            <a:r>
              <a:rPr b="1" lang="en" sz="1800">
                <a:solidFill>
                  <a:schemeClr val="dk1"/>
                </a:solidFill>
                <a:latin typeface="Hind"/>
                <a:ea typeface="Hind"/>
                <a:cs typeface="Hind"/>
                <a:sym typeface="Hind"/>
              </a:rPr>
              <a:t>2</a:t>
            </a:r>
            <a:endParaRPr b="1" sz="1800">
              <a:solidFill>
                <a:schemeClr val="dk1"/>
              </a:solidFill>
              <a:latin typeface="Hind"/>
              <a:ea typeface="Hind"/>
              <a:cs typeface="Hind"/>
              <a:sym typeface="Hind"/>
            </a:endParaRPr>
          </a:p>
        </p:txBody>
      </p:sp>
      <p:sp>
        <p:nvSpPr>
          <p:cNvPr id="430" name="Google Shape;430;p35"/>
          <p:cNvSpPr txBox="1"/>
          <p:nvPr/>
        </p:nvSpPr>
        <p:spPr>
          <a:xfrm flipH="1">
            <a:off x="2677067" y="1564750"/>
            <a:ext cx="1812300" cy="31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Golos Text"/>
                <a:ea typeface="Golos Text"/>
                <a:cs typeface="Golos Text"/>
                <a:sym typeface="Golos Text"/>
              </a:rPr>
              <a:t>Backend Development</a:t>
            </a:r>
            <a:endParaRPr sz="1200">
              <a:solidFill>
                <a:schemeClr val="dk1"/>
              </a:solidFill>
              <a:latin typeface="Golos Text"/>
              <a:ea typeface="Golos Text"/>
              <a:cs typeface="Golos Text"/>
              <a:sym typeface="Golos Text"/>
            </a:endParaRPr>
          </a:p>
        </p:txBody>
      </p:sp>
      <p:sp>
        <p:nvSpPr>
          <p:cNvPr id="431" name="Google Shape;431;p35"/>
          <p:cNvSpPr txBox="1"/>
          <p:nvPr/>
        </p:nvSpPr>
        <p:spPr>
          <a:xfrm flipH="1">
            <a:off x="4640925" y="1216802"/>
            <a:ext cx="1812300" cy="420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ind"/>
                <a:ea typeface="Hind"/>
                <a:cs typeface="Hind"/>
                <a:sym typeface="Hind"/>
              </a:rPr>
              <a:t>Phase </a:t>
            </a:r>
            <a:r>
              <a:rPr b="1" lang="en" sz="1800">
                <a:solidFill>
                  <a:schemeClr val="dk1"/>
                </a:solidFill>
                <a:latin typeface="Hind"/>
                <a:ea typeface="Hind"/>
                <a:cs typeface="Hind"/>
                <a:sym typeface="Hind"/>
              </a:rPr>
              <a:t>3</a:t>
            </a:r>
            <a:endParaRPr b="1" sz="1800">
              <a:solidFill>
                <a:schemeClr val="dk1"/>
              </a:solidFill>
              <a:latin typeface="Hind"/>
              <a:ea typeface="Hind"/>
              <a:cs typeface="Hind"/>
              <a:sym typeface="Hind"/>
            </a:endParaRPr>
          </a:p>
        </p:txBody>
      </p:sp>
      <p:sp>
        <p:nvSpPr>
          <p:cNvPr id="432" name="Google Shape;432;p35"/>
          <p:cNvSpPr txBox="1"/>
          <p:nvPr/>
        </p:nvSpPr>
        <p:spPr>
          <a:xfrm flipH="1">
            <a:off x="4640967" y="1564750"/>
            <a:ext cx="1812300" cy="31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Golos Text"/>
                <a:ea typeface="Golos Text"/>
                <a:cs typeface="Golos Text"/>
                <a:sym typeface="Golos Text"/>
              </a:rPr>
              <a:t>Frontend Development</a:t>
            </a:r>
            <a:endParaRPr sz="1200">
              <a:solidFill>
                <a:schemeClr val="dk1"/>
              </a:solidFill>
              <a:latin typeface="Golos Text"/>
              <a:ea typeface="Golos Text"/>
              <a:cs typeface="Golos Text"/>
              <a:sym typeface="Golos Text"/>
            </a:endParaRPr>
          </a:p>
        </p:txBody>
      </p:sp>
      <p:sp>
        <p:nvSpPr>
          <p:cNvPr id="433" name="Google Shape;433;p35"/>
          <p:cNvSpPr txBox="1"/>
          <p:nvPr/>
        </p:nvSpPr>
        <p:spPr>
          <a:xfrm flipH="1">
            <a:off x="6604825" y="1216802"/>
            <a:ext cx="1812300" cy="420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ind"/>
                <a:ea typeface="Hind"/>
                <a:cs typeface="Hind"/>
                <a:sym typeface="Hind"/>
              </a:rPr>
              <a:t>Phase 4</a:t>
            </a:r>
            <a:endParaRPr b="1" sz="1800">
              <a:solidFill>
                <a:schemeClr val="dk1"/>
              </a:solidFill>
              <a:latin typeface="Hind"/>
              <a:ea typeface="Hind"/>
              <a:cs typeface="Hind"/>
              <a:sym typeface="Hind"/>
            </a:endParaRPr>
          </a:p>
        </p:txBody>
      </p:sp>
      <p:sp>
        <p:nvSpPr>
          <p:cNvPr id="434" name="Google Shape;434;p35"/>
          <p:cNvSpPr txBox="1"/>
          <p:nvPr/>
        </p:nvSpPr>
        <p:spPr>
          <a:xfrm flipH="1">
            <a:off x="6604867" y="1564750"/>
            <a:ext cx="1812300" cy="31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Golos Text"/>
                <a:ea typeface="Golos Text"/>
                <a:cs typeface="Golos Text"/>
                <a:sym typeface="Golos Text"/>
              </a:rPr>
              <a:t>Integration &amp; Testing</a:t>
            </a:r>
            <a:endParaRPr sz="1200">
              <a:solidFill>
                <a:schemeClr val="dk1"/>
              </a:solidFill>
              <a:latin typeface="Golos Text"/>
              <a:ea typeface="Golos Text"/>
              <a:cs typeface="Golos Text"/>
              <a:sym typeface="Golos Text"/>
            </a:endParaRPr>
          </a:p>
        </p:txBody>
      </p:sp>
      <p:cxnSp>
        <p:nvCxnSpPr>
          <p:cNvPr id="435" name="Google Shape;435;p35"/>
          <p:cNvCxnSpPr>
            <a:stCxn id="420" idx="3"/>
            <a:endCxn id="421" idx="1"/>
          </p:cNvCxnSpPr>
          <p:nvPr/>
        </p:nvCxnSpPr>
        <p:spPr>
          <a:xfrm>
            <a:off x="1709176" y="2355888"/>
            <a:ext cx="1782300" cy="0"/>
          </a:xfrm>
          <a:prstGeom prst="straightConnector1">
            <a:avLst/>
          </a:prstGeom>
          <a:noFill/>
          <a:ln cap="flat" cmpd="sng" w="9525">
            <a:solidFill>
              <a:schemeClr val="dk1"/>
            </a:solidFill>
            <a:prstDash val="solid"/>
            <a:round/>
            <a:headEnd len="med" w="med" type="none"/>
            <a:tailEnd len="med" w="med" type="none"/>
          </a:ln>
        </p:spPr>
      </p:cxnSp>
      <p:cxnSp>
        <p:nvCxnSpPr>
          <p:cNvPr id="436" name="Google Shape;436;p35"/>
          <p:cNvCxnSpPr>
            <a:stCxn id="421" idx="3"/>
            <a:endCxn id="422" idx="1"/>
          </p:cNvCxnSpPr>
          <p:nvPr/>
        </p:nvCxnSpPr>
        <p:spPr>
          <a:xfrm>
            <a:off x="3674822" y="2355888"/>
            <a:ext cx="1782300" cy="0"/>
          </a:xfrm>
          <a:prstGeom prst="straightConnector1">
            <a:avLst/>
          </a:prstGeom>
          <a:noFill/>
          <a:ln cap="flat" cmpd="sng" w="9525">
            <a:solidFill>
              <a:schemeClr val="dk1"/>
            </a:solidFill>
            <a:prstDash val="solid"/>
            <a:round/>
            <a:headEnd len="med" w="med" type="none"/>
            <a:tailEnd len="med" w="med" type="none"/>
          </a:ln>
        </p:spPr>
      </p:cxnSp>
      <p:cxnSp>
        <p:nvCxnSpPr>
          <p:cNvPr id="437" name="Google Shape;437;p35"/>
          <p:cNvCxnSpPr>
            <a:stCxn id="422" idx="3"/>
            <a:endCxn id="423" idx="1"/>
          </p:cNvCxnSpPr>
          <p:nvPr/>
        </p:nvCxnSpPr>
        <p:spPr>
          <a:xfrm>
            <a:off x="5640468" y="2355888"/>
            <a:ext cx="1782300" cy="0"/>
          </a:xfrm>
          <a:prstGeom prst="straightConnector1">
            <a:avLst/>
          </a:prstGeom>
          <a:noFill/>
          <a:ln cap="flat" cmpd="sng" w="9525">
            <a:solidFill>
              <a:schemeClr val="dk1"/>
            </a:solidFill>
            <a:prstDash val="solid"/>
            <a:round/>
            <a:headEnd len="med" w="med" type="none"/>
            <a:tailEnd len="med" w="med" type="none"/>
          </a:ln>
        </p:spPr>
      </p:cxnSp>
      <p:cxnSp>
        <p:nvCxnSpPr>
          <p:cNvPr id="438" name="Google Shape;438;p35"/>
          <p:cNvCxnSpPr>
            <a:stCxn id="420" idx="0"/>
            <a:endCxn id="428" idx="2"/>
          </p:cNvCxnSpPr>
          <p:nvPr/>
        </p:nvCxnSpPr>
        <p:spPr>
          <a:xfrm flipH="1" rot="10800000">
            <a:off x="1617526" y="1884438"/>
            <a:ext cx="1800" cy="379800"/>
          </a:xfrm>
          <a:prstGeom prst="straightConnector1">
            <a:avLst/>
          </a:prstGeom>
          <a:noFill/>
          <a:ln cap="flat" cmpd="sng" w="9525">
            <a:solidFill>
              <a:schemeClr val="dk1"/>
            </a:solidFill>
            <a:prstDash val="solid"/>
            <a:round/>
            <a:headEnd len="med" w="med" type="none"/>
            <a:tailEnd len="med" w="med" type="none"/>
          </a:ln>
        </p:spPr>
      </p:cxnSp>
      <p:cxnSp>
        <p:nvCxnSpPr>
          <p:cNvPr id="439" name="Google Shape;439;p35"/>
          <p:cNvCxnSpPr>
            <a:stCxn id="421" idx="0"/>
          </p:cNvCxnSpPr>
          <p:nvPr/>
        </p:nvCxnSpPr>
        <p:spPr>
          <a:xfrm rot="10800000">
            <a:off x="3583172" y="2116638"/>
            <a:ext cx="0" cy="147600"/>
          </a:xfrm>
          <a:prstGeom prst="straightConnector1">
            <a:avLst/>
          </a:prstGeom>
          <a:noFill/>
          <a:ln cap="flat" cmpd="sng" w="9525">
            <a:solidFill>
              <a:schemeClr val="dk1"/>
            </a:solidFill>
            <a:prstDash val="solid"/>
            <a:round/>
            <a:headEnd len="med" w="med" type="none"/>
            <a:tailEnd len="med" w="med" type="none"/>
          </a:ln>
        </p:spPr>
      </p:cxnSp>
      <p:cxnSp>
        <p:nvCxnSpPr>
          <p:cNvPr id="440" name="Google Shape;440;p35"/>
          <p:cNvCxnSpPr>
            <a:stCxn id="422" idx="0"/>
          </p:cNvCxnSpPr>
          <p:nvPr/>
        </p:nvCxnSpPr>
        <p:spPr>
          <a:xfrm rot="10800000">
            <a:off x="5548818" y="2130738"/>
            <a:ext cx="0" cy="133500"/>
          </a:xfrm>
          <a:prstGeom prst="straightConnector1">
            <a:avLst/>
          </a:prstGeom>
          <a:noFill/>
          <a:ln cap="flat" cmpd="sng" w="9525">
            <a:solidFill>
              <a:schemeClr val="dk1"/>
            </a:solidFill>
            <a:prstDash val="solid"/>
            <a:round/>
            <a:headEnd len="med" w="med" type="none"/>
            <a:tailEnd len="med" w="med" type="none"/>
          </a:ln>
        </p:spPr>
      </p:cxnSp>
      <p:cxnSp>
        <p:nvCxnSpPr>
          <p:cNvPr id="441" name="Google Shape;441;p35"/>
          <p:cNvCxnSpPr>
            <a:stCxn id="442" idx="0"/>
            <a:endCxn id="434" idx="2"/>
          </p:cNvCxnSpPr>
          <p:nvPr/>
        </p:nvCxnSpPr>
        <p:spPr>
          <a:xfrm rot="10800000">
            <a:off x="7511017" y="1884550"/>
            <a:ext cx="3300" cy="385500"/>
          </a:xfrm>
          <a:prstGeom prst="straightConnector1">
            <a:avLst/>
          </a:prstGeom>
          <a:noFill/>
          <a:ln cap="flat" cmpd="sng" w="9525">
            <a:solidFill>
              <a:schemeClr val="dk1"/>
            </a:solidFill>
            <a:prstDash val="solid"/>
            <a:round/>
            <a:headEnd len="med" w="med" type="none"/>
            <a:tailEnd len="med" w="med" type="none"/>
          </a:ln>
        </p:spPr>
      </p:cxnSp>
      <p:sp>
        <p:nvSpPr>
          <p:cNvPr id="443" name="Google Shape;443;p35"/>
          <p:cNvSpPr txBox="1"/>
          <p:nvPr/>
        </p:nvSpPr>
        <p:spPr>
          <a:xfrm flipH="1">
            <a:off x="2677050" y="3468425"/>
            <a:ext cx="1812300" cy="420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Hind"/>
                <a:ea typeface="Hind"/>
                <a:cs typeface="Hind"/>
                <a:sym typeface="Hind"/>
              </a:rPr>
              <a:t>Phase 5</a:t>
            </a:r>
            <a:endParaRPr b="1" sz="1800">
              <a:solidFill>
                <a:schemeClr val="dk1"/>
              </a:solidFill>
              <a:latin typeface="Hind"/>
              <a:ea typeface="Hind"/>
              <a:cs typeface="Hind"/>
              <a:sym typeface="Hind"/>
            </a:endParaRPr>
          </a:p>
        </p:txBody>
      </p:sp>
      <p:sp>
        <p:nvSpPr>
          <p:cNvPr id="444" name="Google Shape;444;p35"/>
          <p:cNvSpPr txBox="1"/>
          <p:nvPr/>
        </p:nvSpPr>
        <p:spPr>
          <a:xfrm flipH="1">
            <a:off x="2677092" y="3816373"/>
            <a:ext cx="1812300" cy="31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Golos Text"/>
                <a:ea typeface="Golos Text"/>
                <a:cs typeface="Golos Text"/>
                <a:sym typeface="Golos Text"/>
              </a:rPr>
              <a:t>QA Testing/Deployment</a:t>
            </a:r>
            <a:endParaRPr sz="1200">
              <a:solidFill>
                <a:schemeClr val="dk1"/>
              </a:solidFill>
              <a:latin typeface="Golos Text"/>
              <a:ea typeface="Golos Text"/>
              <a:cs typeface="Golos Text"/>
              <a:sym typeface="Golos Text"/>
            </a:endParaRPr>
          </a:p>
        </p:txBody>
      </p:sp>
      <p:sp>
        <p:nvSpPr>
          <p:cNvPr id="445" name="Google Shape;445;p35"/>
          <p:cNvSpPr txBox="1"/>
          <p:nvPr/>
        </p:nvSpPr>
        <p:spPr>
          <a:xfrm flipH="1">
            <a:off x="4640925" y="3468425"/>
            <a:ext cx="1812300" cy="4206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t/>
            </a:r>
            <a:endParaRPr b="1" sz="1800">
              <a:solidFill>
                <a:schemeClr val="dk1"/>
              </a:solidFill>
              <a:latin typeface="Hind"/>
              <a:ea typeface="Hind"/>
              <a:cs typeface="Hind"/>
              <a:sym typeface="Hind"/>
            </a:endParaRPr>
          </a:p>
        </p:txBody>
      </p:sp>
      <p:sp>
        <p:nvSpPr>
          <p:cNvPr id="446" name="Google Shape;446;p35"/>
          <p:cNvSpPr txBox="1"/>
          <p:nvPr/>
        </p:nvSpPr>
        <p:spPr>
          <a:xfrm flipH="1">
            <a:off x="5457167" y="3569223"/>
            <a:ext cx="1812300" cy="31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solidFill>
                <a:schemeClr val="dk1"/>
              </a:solidFill>
              <a:latin typeface="Golos Text"/>
              <a:ea typeface="Golos Text"/>
              <a:cs typeface="Golos Text"/>
              <a:sym typeface="Golos Text"/>
            </a:endParaRPr>
          </a:p>
        </p:txBody>
      </p:sp>
      <p:cxnSp>
        <p:nvCxnSpPr>
          <p:cNvPr id="447" name="Google Shape;447;p35"/>
          <p:cNvCxnSpPr>
            <a:stCxn id="424" idx="2"/>
            <a:endCxn id="443" idx="0"/>
          </p:cNvCxnSpPr>
          <p:nvPr/>
        </p:nvCxnSpPr>
        <p:spPr>
          <a:xfrm>
            <a:off x="3581451" y="3147500"/>
            <a:ext cx="1800" cy="321000"/>
          </a:xfrm>
          <a:prstGeom prst="straightConnector1">
            <a:avLst/>
          </a:prstGeom>
          <a:noFill/>
          <a:ln cap="flat" cmpd="sng" w="9525">
            <a:solidFill>
              <a:schemeClr val="dk1"/>
            </a:solidFill>
            <a:prstDash val="solid"/>
            <a:round/>
            <a:headEnd len="med" w="med" type="none"/>
            <a:tailEnd len="med" w="med" type="none"/>
          </a:ln>
        </p:spPr>
      </p:cxnSp>
      <p:cxnSp>
        <p:nvCxnSpPr>
          <p:cNvPr id="448" name="Google Shape;448;p35"/>
          <p:cNvCxnSpPr>
            <a:stCxn id="423" idx="3"/>
            <a:endCxn id="424" idx="0"/>
          </p:cNvCxnSpPr>
          <p:nvPr/>
        </p:nvCxnSpPr>
        <p:spPr>
          <a:xfrm flipH="1">
            <a:off x="3581313" y="2355888"/>
            <a:ext cx="4024800" cy="608400"/>
          </a:xfrm>
          <a:prstGeom prst="bentConnector4">
            <a:avLst>
              <a:gd fmla="val -5916" name="adj1"/>
              <a:gd fmla="val 57525" name="adj2"/>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Scheduling</a:t>
            </a:r>
            <a:endParaRPr/>
          </a:p>
        </p:txBody>
      </p:sp>
      <p:sp>
        <p:nvSpPr>
          <p:cNvPr id="454" name="Google Shape;454;p36"/>
          <p:cNvSpPr txBox="1"/>
          <p:nvPr/>
        </p:nvSpPr>
        <p:spPr>
          <a:xfrm>
            <a:off x="796000" y="1124400"/>
            <a:ext cx="8721000" cy="3816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Font typeface="Golos Text"/>
              <a:buChar char="●"/>
            </a:pPr>
            <a:r>
              <a:rPr lang="en">
                <a:latin typeface="Golos Text"/>
                <a:ea typeface="Golos Text"/>
                <a:cs typeface="Golos Text"/>
                <a:sym typeface="Golos Text"/>
              </a:rPr>
              <a:t>The start date of this project will be: January 12, 2025 - March 2, 2025</a:t>
            </a:r>
            <a:endParaRPr>
              <a:latin typeface="Golos Text"/>
              <a:ea typeface="Golos Text"/>
              <a:cs typeface="Golos Text"/>
              <a:sym typeface="Golos Text"/>
            </a:endParaRPr>
          </a:p>
          <a:p>
            <a:pPr indent="-317500" lvl="0" marL="457200" rtl="0" algn="l">
              <a:lnSpc>
                <a:spcPct val="115000"/>
              </a:lnSpc>
              <a:spcBef>
                <a:spcPts val="0"/>
              </a:spcBef>
              <a:spcAft>
                <a:spcPts val="0"/>
              </a:spcAft>
              <a:buSzPts val="1400"/>
              <a:buFont typeface="Golos Text"/>
              <a:buChar char="●"/>
            </a:pPr>
            <a:r>
              <a:rPr lang="en">
                <a:latin typeface="Golos Text"/>
                <a:ea typeface="Golos Text"/>
                <a:cs typeface="Golos Text"/>
                <a:sym typeface="Golos Text"/>
              </a:rPr>
              <a:t>Project will take around 7 weeks </a:t>
            </a:r>
            <a:endParaRPr>
              <a:latin typeface="Golos Text"/>
              <a:ea typeface="Golos Text"/>
              <a:cs typeface="Golos Text"/>
              <a:sym typeface="Golos Text"/>
            </a:endParaRPr>
          </a:p>
          <a:p>
            <a:pPr indent="-317500" lvl="0" marL="457200" rtl="0" algn="l">
              <a:lnSpc>
                <a:spcPct val="115000"/>
              </a:lnSpc>
              <a:spcBef>
                <a:spcPts val="0"/>
              </a:spcBef>
              <a:spcAft>
                <a:spcPts val="0"/>
              </a:spcAft>
              <a:buSzPts val="1400"/>
              <a:buFont typeface="Golos Text"/>
              <a:buChar char="●"/>
            </a:pPr>
            <a:r>
              <a:rPr lang="en">
                <a:latin typeface="Golos Text"/>
                <a:ea typeface="Golos Text"/>
                <a:cs typeface="Golos Text"/>
                <a:sym typeface="Golos Text"/>
              </a:rPr>
              <a:t>No work on weekends, 9-5 (8 hours per day), Monday - Friday</a:t>
            </a:r>
            <a:endParaRPr>
              <a:latin typeface="Golos Text"/>
              <a:ea typeface="Golos Text"/>
              <a:cs typeface="Golos Text"/>
              <a:sym typeface="Golos Text"/>
            </a:endParaRPr>
          </a:p>
          <a:p>
            <a:pPr indent="-317500" lvl="0" marL="457200" rtl="0" algn="l">
              <a:lnSpc>
                <a:spcPct val="115000"/>
              </a:lnSpc>
              <a:spcBef>
                <a:spcPts val="0"/>
              </a:spcBef>
              <a:spcAft>
                <a:spcPts val="0"/>
              </a:spcAft>
              <a:buSzPts val="1400"/>
              <a:buFont typeface="Golos Text"/>
              <a:buChar char="●"/>
            </a:pPr>
            <a:r>
              <a:rPr lang="en">
                <a:latin typeface="Golos Text"/>
                <a:ea typeface="Golos Text"/>
                <a:cs typeface="Golos Text"/>
                <a:sym typeface="Golos Text"/>
              </a:rPr>
              <a:t>Team size: 7</a:t>
            </a:r>
            <a:endParaRPr>
              <a:latin typeface="Golos Text"/>
              <a:ea typeface="Golos Text"/>
              <a:cs typeface="Golos Text"/>
              <a:sym typeface="Golos Text"/>
            </a:endParaRPr>
          </a:p>
          <a:p>
            <a:pPr indent="0" lvl="0" marL="0" rtl="0" algn="l">
              <a:spcBef>
                <a:spcPts val="0"/>
              </a:spcBef>
              <a:spcAft>
                <a:spcPts val="0"/>
              </a:spcAft>
              <a:buNone/>
            </a:pPr>
            <a:r>
              <a:t/>
            </a:r>
            <a:endParaRPr sz="1200">
              <a:solidFill>
                <a:schemeClr val="dk1"/>
              </a:solidFill>
              <a:latin typeface="Golos Text"/>
              <a:ea typeface="Golos Text"/>
              <a:cs typeface="Golos Text"/>
              <a:sym typeface="Golos Text"/>
            </a:endParaRPr>
          </a:p>
          <a:p>
            <a:pPr indent="0" lvl="0" marL="0" rtl="0" algn="l">
              <a:spcBef>
                <a:spcPts val="0"/>
              </a:spcBef>
              <a:spcAft>
                <a:spcPts val="0"/>
              </a:spcAft>
              <a:buNone/>
            </a:pPr>
            <a:r>
              <a:t/>
            </a:r>
            <a:endParaRPr sz="1200">
              <a:solidFill>
                <a:schemeClr val="dk1"/>
              </a:solidFill>
              <a:latin typeface="Golos Text"/>
              <a:ea typeface="Golos Text"/>
              <a:cs typeface="Golos Text"/>
              <a:sym typeface="Golos Text"/>
            </a:endParaRPr>
          </a:p>
          <a:p>
            <a:pPr indent="0" lvl="0" marL="0" rtl="0" algn="l">
              <a:spcBef>
                <a:spcPts val="0"/>
              </a:spcBef>
              <a:spcAft>
                <a:spcPts val="0"/>
              </a:spcAft>
              <a:buNone/>
            </a:pPr>
            <a:r>
              <a:rPr lang="en" sz="1200">
                <a:solidFill>
                  <a:schemeClr val="dk1"/>
                </a:solidFill>
                <a:latin typeface="Golos Text"/>
                <a:ea typeface="Golos Text"/>
                <a:cs typeface="Golos Text"/>
                <a:sym typeface="Golos Text"/>
              </a:rPr>
              <a:t>    </a:t>
            </a:r>
            <a:r>
              <a:rPr b="1" lang="en" sz="1300">
                <a:latin typeface="Golos Text"/>
                <a:ea typeface="Golos Text"/>
                <a:cs typeface="Golos Text"/>
                <a:sym typeface="Golos Text"/>
              </a:rPr>
              <a:t>Requirements check, architecture plan, and UI design (1 week) </a:t>
            </a:r>
            <a:endParaRPr b="1" sz="1300">
              <a:latin typeface="Golos Text"/>
              <a:ea typeface="Golos Text"/>
              <a:cs typeface="Golos Text"/>
              <a:sym typeface="Golos Text"/>
            </a:endParaRPr>
          </a:p>
          <a:p>
            <a:pPr indent="0" lvl="0" marL="914400" rtl="0" algn="l">
              <a:lnSpc>
                <a:spcPct val="115000"/>
              </a:lnSpc>
              <a:spcBef>
                <a:spcPts val="0"/>
              </a:spcBef>
              <a:spcAft>
                <a:spcPts val="0"/>
              </a:spcAft>
              <a:buNone/>
            </a:pPr>
            <a:r>
              <a:t/>
            </a:r>
            <a:endParaRPr sz="1300">
              <a:latin typeface="Golos Text"/>
              <a:ea typeface="Golos Text"/>
              <a:cs typeface="Golos Text"/>
              <a:sym typeface="Golos Text"/>
            </a:endParaRPr>
          </a:p>
          <a:p>
            <a:pPr indent="0" lvl="0" marL="0" rtl="0" algn="l">
              <a:lnSpc>
                <a:spcPct val="115000"/>
              </a:lnSpc>
              <a:spcBef>
                <a:spcPts val="0"/>
              </a:spcBef>
              <a:spcAft>
                <a:spcPts val="0"/>
              </a:spcAft>
              <a:buNone/>
            </a:pPr>
            <a:r>
              <a:rPr b="1" lang="en" sz="1300">
                <a:latin typeface="Golos Text"/>
                <a:ea typeface="Golos Text"/>
                <a:cs typeface="Golos Text"/>
                <a:sym typeface="Golos Text"/>
              </a:rPr>
              <a:t>    Backend development (2 weeks)</a:t>
            </a:r>
            <a:endParaRPr b="1" sz="1300">
              <a:latin typeface="Golos Text"/>
              <a:ea typeface="Golos Text"/>
              <a:cs typeface="Golos Text"/>
              <a:sym typeface="Golos Text"/>
            </a:endParaRPr>
          </a:p>
          <a:p>
            <a:pPr indent="0" lvl="0" marL="914400" rtl="0" algn="l">
              <a:lnSpc>
                <a:spcPct val="115000"/>
              </a:lnSpc>
              <a:spcBef>
                <a:spcPts val="0"/>
              </a:spcBef>
              <a:spcAft>
                <a:spcPts val="0"/>
              </a:spcAft>
              <a:buNone/>
            </a:pPr>
            <a:r>
              <a:t/>
            </a:r>
            <a:endParaRPr sz="1300">
              <a:latin typeface="Golos Text"/>
              <a:ea typeface="Golos Text"/>
              <a:cs typeface="Golos Text"/>
              <a:sym typeface="Golos Text"/>
            </a:endParaRPr>
          </a:p>
          <a:p>
            <a:pPr indent="0" lvl="0" marL="0" rtl="0" algn="l">
              <a:lnSpc>
                <a:spcPct val="115000"/>
              </a:lnSpc>
              <a:spcBef>
                <a:spcPts val="0"/>
              </a:spcBef>
              <a:spcAft>
                <a:spcPts val="0"/>
              </a:spcAft>
              <a:buNone/>
            </a:pPr>
            <a:r>
              <a:rPr lang="en" sz="1300">
                <a:latin typeface="Golos Text"/>
                <a:ea typeface="Golos Text"/>
                <a:cs typeface="Golos Text"/>
                <a:sym typeface="Golos Text"/>
              </a:rPr>
              <a:t>    </a:t>
            </a:r>
            <a:r>
              <a:rPr b="1" lang="en" sz="1300">
                <a:latin typeface="Golos Text"/>
                <a:ea typeface="Golos Text"/>
                <a:cs typeface="Golos Text"/>
                <a:sym typeface="Golos Text"/>
              </a:rPr>
              <a:t>Frontend development(2 weeks)</a:t>
            </a:r>
            <a:endParaRPr b="1" sz="1300">
              <a:latin typeface="Golos Text"/>
              <a:ea typeface="Golos Text"/>
              <a:cs typeface="Golos Text"/>
              <a:sym typeface="Golos Text"/>
            </a:endParaRPr>
          </a:p>
          <a:p>
            <a:pPr indent="0" lvl="0" marL="0" rtl="0" algn="l">
              <a:lnSpc>
                <a:spcPct val="115000"/>
              </a:lnSpc>
              <a:spcBef>
                <a:spcPts val="0"/>
              </a:spcBef>
              <a:spcAft>
                <a:spcPts val="0"/>
              </a:spcAft>
              <a:buNone/>
            </a:pPr>
            <a:r>
              <a:rPr lang="en" sz="1300">
                <a:latin typeface="Golos Text"/>
                <a:ea typeface="Golos Text"/>
                <a:cs typeface="Golos Text"/>
                <a:sym typeface="Golos Text"/>
              </a:rPr>
              <a:t> </a:t>
            </a:r>
            <a:endParaRPr sz="1300">
              <a:latin typeface="Golos Text"/>
              <a:ea typeface="Golos Text"/>
              <a:cs typeface="Golos Text"/>
              <a:sym typeface="Golos Text"/>
            </a:endParaRPr>
          </a:p>
          <a:p>
            <a:pPr indent="0" lvl="0" marL="0" rtl="0" algn="l">
              <a:lnSpc>
                <a:spcPct val="115000"/>
              </a:lnSpc>
              <a:spcBef>
                <a:spcPts val="0"/>
              </a:spcBef>
              <a:spcAft>
                <a:spcPts val="0"/>
              </a:spcAft>
              <a:buNone/>
            </a:pPr>
            <a:r>
              <a:rPr b="1" lang="en" sz="1300">
                <a:latin typeface="Golos Text"/>
                <a:ea typeface="Golos Text"/>
                <a:cs typeface="Golos Text"/>
                <a:sym typeface="Golos Text"/>
              </a:rPr>
              <a:t>    Integration &amp; system testing (1 week) </a:t>
            </a:r>
            <a:endParaRPr b="1" sz="1300">
              <a:latin typeface="Golos Text"/>
              <a:ea typeface="Golos Text"/>
              <a:cs typeface="Golos Text"/>
              <a:sym typeface="Golos Text"/>
            </a:endParaRPr>
          </a:p>
          <a:p>
            <a:pPr indent="0" lvl="0" marL="0" rtl="0" algn="l">
              <a:lnSpc>
                <a:spcPct val="115000"/>
              </a:lnSpc>
              <a:spcBef>
                <a:spcPts val="0"/>
              </a:spcBef>
              <a:spcAft>
                <a:spcPts val="0"/>
              </a:spcAft>
              <a:buNone/>
            </a:pPr>
            <a:r>
              <a:t/>
            </a:r>
            <a:endParaRPr sz="1300">
              <a:latin typeface="Golos Text"/>
              <a:ea typeface="Golos Text"/>
              <a:cs typeface="Golos Text"/>
              <a:sym typeface="Golos Text"/>
            </a:endParaRPr>
          </a:p>
          <a:p>
            <a:pPr indent="0" lvl="0" marL="0" rtl="0" algn="l">
              <a:lnSpc>
                <a:spcPct val="115000"/>
              </a:lnSpc>
              <a:spcBef>
                <a:spcPts val="0"/>
              </a:spcBef>
              <a:spcAft>
                <a:spcPts val="0"/>
              </a:spcAft>
              <a:buNone/>
            </a:pPr>
            <a:r>
              <a:rPr b="1" lang="en" sz="1300">
                <a:latin typeface="Golos Text"/>
                <a:ea typeface="Golos Text"/>
                <a:cs typeface="Golos Text"/>
                <a:sym typeface="Golos Text"/>
              </a:rPr>
              <a:t>    QA testing/Deployment (1 week)</a:t>
            </a:r>
            <a:endParaRPr b="1" sz="1300">
              <a:latin typeface="Golos Text"/>
              <a:ea typeface="Golos Text"/>
              <a:cs typeface="Golos Text"/>
              <a:sym typeface="Golos Text"/>
            </a:endParaRPr>
          </a:p>
          <a:p>
            <a:pPr indent="0" lvl="0" marL="0" rtl="0" algn="l">
              <a:spcBef>
                <a:spcPts val="0"/>
              </a:spcBef>
              <a:spcAft>
                <a:spcPts val="0"/>
              </a:spcAft>
              <a:buNone/>
            </a:pPr>
            <a:r>
              <a:t/>
            </a:r>
            <a:endParaRPr sz="1200">
              <a:solidFill>
                <a:schemeClr val="dk1"/>
              </a:solidFill>
              <a:latin typeface="Golos Text"/>
              <a:ea typeface="Golos Text"/>
              <a:cs typeface="Golos Text"/>
              <a:sym typeface="Golos Text"/>
            </a:endParaRPr>
          </a:p>
          <a:p>
            <a:pPr indent="0" lvl="0" marL="0" rtl="0" algn="l">
              <a:spcBef>
                <a:spcPts val="0"/>
              </a:spcBef>
              <a:spcAft>
                <a:spcPts val="0"/>
              </a:spcAft>
              <a:buNone/>
            </a:pPr>
            <a:r>
              <a:t/>
            </a:r>
            <a:endParaRPr sz="1200">
              <a:solidFill>
                <a:schemeClr val="dk1"/>
              </a:solidFill>
              <a:latin typeface="Golos Text"/>
              <a:ea typeface="Golos Text"/>
              <a:cs typeface="Golos Text"/>
              <a:sym typeface="Golos Text"/>
            </a:endParaRPr>
          </a:p>
          <a:p>
            <a:pPr indent="0" lvl="0" marL="0" rtl="0" algn="l">
              <a:spcBef>
                <a:spcPts val="0"/>
              </a:spcBef>
              <a:spcAft>
                <a:spcPts val="0"/>
              </a:spcAft>
              <a:buNone/>
            </a:pPr>
            <a:r>
              <a:rPr lang="en" sz="1200">
                <a:solidFill>
                  <a:schemeClr val="dk1"/>
                </a:solidFill>
                <a:latin typeface="Golos Text"/>
                <a:ea typeface="Golos Text"/>
                <a:cs typeface="Golos Text"/>
                <a:sym typeface="Golos Text"/>
              </a:rPr>
              <a:t>    </a:t>
            </a:r>
            <a:endParaRPr sz="1200">
              <a:solidFill>
                <a:schemeClr val="dk1"/>
              </a:solidFill>
              <a:latin typeface="Golos Text"/>
              <a:ea typeface="Golos Text"/>
              <a:cs typeface="Golos Text"/>
              <a:sym typeface="Golos Text"/>
            </a:endParaRPr>
          </a:p>
        </p:txBody>
      </p:sp>
      <p:sp>
        <p:nvSpPr>
          <p:cNvPr id="455" name="Google Shape;455;p36"/>
          <p:cNvSpPr txBox="1"/>
          <p:nvPr/>
        </p:nvSpPr>
        <p:spPr>
          <a:xfrm>
            <a:off x="8227475" y="4641950"/>
            <a:ext cx="437400" cy="4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Golos Text"/>
                <a:ea typeface="Golos Text"/>
                <a:cs typeface="Golos Text"/>
                <a:sym typeface="Golos Text"/>
              </a:rPr>
              <a:t>[1]</a:t>
            </a:r>
            <a:endParaRPr sz="1200">
              <a:solidFill>
                <a:schemeClr val="dk1"/>
              </a:solidFill>
              <a:latin typeface="Golos Text"/>
              <a:ea typeface="Golos Text"/>
              <a:cs typeface="Golos Text"/>
              <a:sym typeface="Golos Tex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Development Schedule</a:t>
            </a:r>
            <a:endParaRPr/>
          </a:p>
        </p:txBody>
      </p:sp>
      <p:graphicFrame>
        <p:nvGraphicFramePr>
          <p:cNvPr id="461" name="Google Shape;461;p37"/>
          <p:cNvGraphicFramePr/>
          <p:nvPr/>
        </p:nvGraphicFramePr>
        <p:xfrm>
          <a:off x="793800" y="1017713"/>
          <a:ext cx="3000000" cy="3000000"/>
        </p:xfrm>
        <a:graphic>
          <a:graphicData uri="http://schemas.openxmlformats.org/drawingml/2006/table">
            <a:tbl>
              <a:tblPr>
                <a:noFill/>
                <a:tableStyleId>{12CD677C-0918-4314-9FAF-BA2143D842A8}</a:tableStyleId>
              </a:tblPr>
              <a:tblGrid>
                <a:gridCol w="1945975"/>
                <a:gridCol w="812025"/>
                <a:gridCol w="812025"/>
                <a:gridCol w="812025"/>
                <a:gridCol w="812025"/>
                <a:gridCol w="812025"/>
                <a:gridCol w="812025"/>
                <a:gridCol w="812025"/>
              </a:tblGrid>
              <a:tr h="456500">
                <a:tc>
                  <a:txBody>
                    <a:bodyPr/>
                    <a:lstStyle/>
                    <a:p>
                      <a:pPr indent="0" lvl="0" marL="0" rtl="0" algn="ctr">
                        <a:spcBef>
                          <a:spcPts val="0"/>
                        </a:spcBef>
                        <a:spcAft>
                          <a:spcPts val="0"/>
                        </a:spcAft>
                        <a:buNone/>
                      </a:pPr>
                      <a:r>
                        <a:rPr b="1" lang="en">
                          <a:solidFill>
                            <a:schemeClr val="dk1"/>
                          </a:solidFill>
                          <a:latin typeface="Hind"/>
                          <a:ea typeface="Hind"/>
                          <a:cs typeface="Hind"/>
                          <a:sym typeface="Hind"/>
                        </a:rPr>
                        <a:t>Phase</a:t>
                      </a:r>
                      <a:endParaRPr b="1" sz="2000">
                        <a:solidFill>
                          <a:schemeClr val="dk1"/>
                        </a:solidFill>
                        <a:latin typeface="Hind"/>
                        <a:ea typeface="Hind"/>
                        <a:cs typeface="Hind"/>
                        <a:sym typeface="Hind"/>
                      </a:endParaRPr>
                    </a:p>
                  </a:txBody>
                  <a:tcPr marT="91425" marB="91425" marR="45700" marL="457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dk1"/>
                          </a:solidFill>
                          <a:latin typeface="Hind"/>
                          <a:ea typeface="Hind"/>
                          <a:cs typeface="Hind"/>
                          <a:sym typeface="Hind"/>
                        </a:rPr>
                        <a:t>W 1</a:t>
                      </a:r>
                      <a:endParaRPr b="1">
                        <a:solidFill>
                          <a:schemeClr val="dk1"/>
                        </a:solidFill>
                        <a:latin typeface="Hind"/>
                        <a:ea typeface="Hind"/>
                        <a:cs typeface="Hind"/>
                        <a:sym typeface="Hind"/>
                      </a:endParaRPr>
                    </a:p>
                  </a:txBody>
                  <a:tcPr marT="91425" marB="91425"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dk1"/>
                          </a:solidFill>
                          <a:latin typeface="Hind"/>
                          <a:ea typeface="Hind"/>
                          <a:cs typeface="Hind"/>
                          <a:sym typeface="Hind"/>
                        </a:rPr>
                        <a:t>W 2</a:t>
                      </a:r>
                      <a:endParaRPr b="1">
                        <a:solidFill>
                          <a:schemeClr val="dk1"/>
                        </a:solidFill>
                        <a:latin typeface="Hind"/>
                        <a:ea typeface="Hind"/>
                        <a:cs typeface="Hind"/>
                        <a:sym typeface="Hind"/>
                      </a:endParaRPr>
                    </a:p>
                  </a:txBody>
                  <a:tcPr marT="91425" marB="91425"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dk1"/>
                          </a:solidFill>
                          <a:latin typeface="Hind"/>
                          <a:ea typeface="Hind"/>
                          <a:cs typeface="Hind"/>
                          <a:sym typeface="Hind"/>
                        </a:rPr>
                        <a:t>W 3</a:t>
                      </a:r>
                      <a:endParaRPr b="1">
                        <a:solidFill>
                          <a:schemeClr val="dk1"/>
                        </a:solidFill>
                        <a:latin typeface="Hind"/>
                        <a:ea typeface="Hind"/>
                        <a:cs typeface="Hind"/>
                        <a:sym typeface="Hind"/>
                      </a:endParaRPr>
                    </a:p>
                  </a:txBody>
                  <a:tcPr marT="91425" marB="91425"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dk1"/>
                          </a:solidFill>
                          <a:latin typeface="Hind"/>
                          <a:ea typeface="Hind"/>
                          <a:cs typeface="Hind"/>
                          <a:sym typeface="Hind"/>
                        </a:rPr>
                        <a:t>W 4</a:t>
                      </a:r>
                      <a:endParaRPr b="1">
                        <a:solidFill>
                          <a:schemeClr val="dk1"/>
                        </a:solidFill>
                        <a:latin typeface="Hind"/>
                        <a:ea typeface="Hind"/>
                        <a:cs typeface="Hind"/>
                        <a:sym typeface="Hind"/>
                      </a:endParaRPr>
                    </a:p>
                  </a:txBody>
                  <a:tcPr marT="91425" marB="91425"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dk1"/>
                          </a:solidFill>
                          <a:latin typeface="Hind"/>
                          <a:ea typeface="Hind"/>
                          <a:cs typeface="Hind"/>
                          <a:sym typeface="Hind"/>
                        </a:rPr>
                        <a:t>W 5</a:t>
                      </a:r>
                      <a:endParaRPr b="1">
                        <a:solidFill>
                          <a:schemeClr val="dk1"/>
                        </a:solidFill>
                        <a:latin typeface="Hind"/>
                        <a:ea typeface="Hind"/>
                        <a:cs typeface="Hind"/>
                        <a:sym typeface="Hind"/>
                      </a:endParaRPr>
                    </a:p>
                  </a:txBody>
                  <a:tcPr marT="91425" marB="91425"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dk1"/>
                          </a:solidFill>
                          <a:latin typeface="Hind"/>
                          <a:ea typeface="Hind"/>
                          <a:cs typeface="Hind"/>
                          <a:sym typeface="Hind"/>
                        </a:rPr>
                        <a:t>W 6</a:t>
                      </a:r>
                      <a:endParaRPr b="1">
                        <a:solidFill>
                          <a:schemeClr val="dk1"/>
                        </a:solidFill>
                        <a:latin typeface="Hind"/>
                        <a:ea typeface="Hind"/>
                        <a:cs typeface="Hind"/>
                        <a:sym typeface="Hind"/>
                      </a:endParaRPr>
                    </a:p>
                  </a:txBody>
                  <a:tcPr marT="91425" marB="91425"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chemeClr val="dk1"/>
                          </a:solidFill>
                          <a:latin typeface="Hind"/>
                          <a:ea typeface="Hind"/>
                          <a:cs typeface="Hind"/>
                          <a:sym typeface="Hind"/>
                        </a:rPr>
                        <a:t>W 7</a:t>
                      </a:r>
                      <a:endParaRPr b="1">
                        <a:solidFill>
                          <a:schemeClr val="dk1"/>
                        </a:solidFill>
                        <a:latin typeface="Hind"/>
                        <a:ea typeface="Hind"/>
                        <a:cs typeface="Hind"/>
                        <a:sym typeface="Hind"/>
                      </a:endParaRPr>
                    </a:p>
                  </a:txBody>
                  <a:tcPr marT="91425" marB="91425"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638225">
                <a:tc>
                  <a:txBody>
                    <a:bodyPr/>
                    <a:lstStyle/>
                    <a:p>
                      <a:pPr indent="0" lvl="0" marL="0" rtl="0" algn="l">
                        <a:spcBef>
                          <a:spcPts val="0"/>
                        </a:spcBef>
                        <a:spcAft>
                          <a:spcPts val="0"/>
                        </a:spcAft>
                        <a:buNone/>
                      </a:pPr>
                      <a:r>
                        <a:rPr lang="en" sz="1000">
                          <a:solidFill>
                            <a:schemeClr val="dk1"/>
                          </a:solidFill>
                          <a:latin typeface="Golos Text"/>
                          <a:ea typeface="Golos Text"/>
                          <a:cs typeface="Golos Text"/>
                          <a:sym typeface="Golos Text"/>
                        </a:rPr>
                        <a:t>Requirements Check</a:t>
                      </a:r>
                      <a:endParaRPr sz="1000">
                        <a:solidFill>
                          <a:schemeClr val="dk1"/>
                        </a:solidFill>
                        <a:latin typeface="Golos Text"/>
                        <a:ea typeface="Golos Text"/>
                        <a:cs typeface="Golos Text"/>
                        <a:sym typeface="Golos Text"/>
                      </a:endParaRPr>
                    </a:p>
                  </a:txBody>
                  <a:tcPr marT="45700" marB="45700" marR="45700" marL="457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38225">
                <a:tc>
                  <a:txBody>
                    <a:bodyPr/>
                    <a:lstStyle/>
                    <a:p>
                      <a:pPr indent="0" lvl="0" marL="0" rtl="0" algn="l">
                        <a:spcBef>
                          <a:spcPts val="0"/>
                        </a:spcBef>
                        <a:spcAft>
                          <a:spcPts val="0"/>
                        </a:spcAft>
                        <a:buNone/>
                      </a:pPr>
                      <a:r>
                        <a:rPr lang="en" sz="1000">
                          <a:solidFill>
                            <a:schemeClr val="dk1"/>
                          </a:solidFill>
                          <a:latin typeface="Golos Text"/>
                          <a:ea typeface="Golos Text"/>
                          <a:cs typeface="Golos Text"/>
                          <a:sym typeface="Golos Text"/>
                        </a:rPr>
                        <a:t>Backend Development</a:t>
                      </a:r>
                      <a:endParaRPr sz="1000">
                        <a:solidFill>
                          <a:schemeClr val="dk1"/>
                        </a:solidFill>
                        <a:latin typeface="Golos Text"/>
                        <a:ea typeface="Golos Text"/>
                        <a:cs typeface="Golos Text"/>
                        <a:sym typeface="Golos Text"/>
                      </a:endParaRPr>
                    </a:p>
                  </a:txBody>
                  <a:tcPr marT="45700" marB="45700" marR="45700" marL="457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38225">
                <a:tc>
                  <a:txBody>
                    <a:bodyPr/>
                    <a:lstStyle/>
                    <a:p>
                      <a:pPr indent="0" lvl="0" marL="0" rtl="0" algn="l">
                        <a:spcBef>
                          <a:spcPts val="0"/>
                        </a:spcBef>
                        <a:spcAft>
                          <a:spcPts val="0"/>
                        </a:spcAft>
                        <a:buNone/>
                      </a:pPr>
                      <a:r>
                        <a:rPr lang="en" sz="1000">
                          <a:solidFill>
                            <a:schemeClr val="dk1"/>
                          </a:solidFill>
                          <a:latin typeface="Golos Text"/>
                          <a:ea typeface="Golos Text"/>
                          <a:cs typeface="Golos Text"/>
                          <a:sym typeface="Golos Text"/>
                        </a:rPr>
                        <a:t>Frontend Development</a:t>
                      </a:r>
                      <a:endParaRPr sz="1000">
                        <a:solidFill>
                          <a:schemeClr val="dk1"/>
                        </a:solidFill>
                        <a:latin typeface="Golos Text"/>
                        <a:ea typeface="Golos Text"/>
                        <a:cs typeface="Golos Text"/>
                        <a:sym typeface="Golos Text"/>
                      </a:endParaRPr>
                    </a:p>
                  </a:txBody>
                  <a:tcPr marT="45700" marB="45700" marR="45700" marL="457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38225">
                <a:tc>
                  <a:txBody>
                    <a:bodyPr/>
                    <a:lstStyle/>
                    <a:p>
                      <a:pPr indent="0" lvl="0" marL="0" rtl="0" algn="l">
                        <a:spcBef>
                          <a:spcPts val="0"/>
                        </a:spcBef>
                        <a:spcAft>
                          <a:spcPts val="0"/>
                        </a:spcAft>
                        <a:buNone/>
                      </a:pPr>
                      <a:r>
                        <a:rPr lang="en" sz="1000">
                          <a:solidFill>
                            <a:schemeClr val="dk1"/>
                          </a:solidFill>
                          <a:latin typeface="Golos Text"/>
                          <a:ea typeface="Golos Text"/>
                          <a:cs typeface="Golos Text"/>
                          <a:sym typeface="Golos Text"/>
                        </a:rPr>
                        <a:t>Integration &amp; Systems Testing</a:t>
                      </a:r>
                      <a:endParaRPr sz="1000">
                        <a:solidFill>
                          <a:schemeClr val="dk1"/>
                        </a:solidFill>
                        <a:latin typeface="Golos Text"/>
                        <a:ea typeface="Golos Text"/>
                        <a:cs typeface="Golos Text"/>
                        <a:sym typeface="Golos Text"/>
                      </a:endParaRPr>
                    </a:p>
                  </a:txBody>
                  <a:tcPr marT="45700" marB="45700" marR="45700" marL="457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38225">
                <a:tc>
                  <a:txBody>
                    <a:bodyPr/>
                    <a:lstStyle/>
                    <a:p>
                      <a:pPr indent="0" lvl="0" marL="0" rtl="0" algn="l">
                        <a:spcBef>
                          <a:spcPts val="0"/>
                        </a:spcBef>
                        <a:spcAft>
                          <a:spcPts val="0"/>
                        </a:spcAft>
                        <a:buNone/>
                      </a:pPr>
                      <a:r>
                        <a:rPr lang="en" sz="1000">
                          <a:solidFill>
                            <a:schemeClr val="dk1"/>
                          </a:solidFill>
                          <a:latin typeface="Golos Text"/>
                          <a:ea typeface="Golos Text"/>
                          <a:cs typeface="Golos Text"/>
                          <a:sym typeface="Golos Text"/>
                        </a:rPr>
                        <a:t>Quality Assurance Testing &amp; Application Launch</a:t>
                      </a:r>
                      <a:endParaRPr sz="1000">
                        <a:solidFill>
                          <a:schemeClr val="dk1"/>
                        </a:solidFill>
                        <a:latin typeface="Golos Text"/>
                        <a:ea typeface="Golos Text"/>
                        <a:cs typeface="Golos Text"/>
                        <a:sym typeface="Golos Text"/>
                      </a:endParaRPr>
                    </a:p>
                  </a:txBody>
                  <a:tcPr marT="45700" marB="45700" marR="45700" marL="4570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000">
                          <a:solidFill>
                            <a:schemeClr val="dk1"/>
                          </a:solidFill>
                          <a:latin typeface="Golos Text"/>
                          <a:ea typeface="Golos Text"/>
                          <a:cs typeface="Golos Text"/>
                          <a:sym typeface="Golos Text"/>
                        </a:rPr>
                        <a:t>🎉</a:t>
                      </a:r>
                      <a:endParaRPr sz="1000">
                        <a:solidFill>
                          <a:schemeClr val="dk1"/>
                        </a:solidFill>
                        <a:latin typeface="Golos Text"/>
                        <a:ea typeface="Golos Text"/>
                        <a:cs typeface="Golos Text"/>
                        <a:sym typeface="Golos Text"/>
                      </a:endParaRPr>
                    </a:p>
                  </a:txBody>
                  <a:tcPr marT="0" marB="0" marR="0" marL="0" anchor="ctr">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8"/>
          <p:cNvSpPr txBox="1"/>
          <p:nvPr>
            <p:ph type="title"/>
          </p:nvPr>
        </p:nvSpPr>
        <p:spPr>
          <a:xfrm>
            <a:off x="4132900" y="2408450"/>
            <a:ext cx="4301100" cy="160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System Requirements</a:t>
            </a:r>
            <a:endParaRPr/>
          </a:p>
        </p:txBody>
      </p:sp>
      <p:sp>
        <p:nvSpPr>
          <p:cNvPr id="467" name="Google Shape;467;p38"/>
          <p:cNvSpPr txBox="1"/>
          <p:nvPr>
            <p:ph idx="2" type="title"/>
          </p:nvPr>
        </p:nvSpPr>
        <p:spPr>
          <a:xfrm>
            <a:off x="4132900" y="1285925"/>
            <a:ext cx="1450800" cy="104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pic>
        <p:nvPicPr>
          <p:cNvPr id="468" name="Google Shape;468;p38"/>
          <p:cNvPicPr preferRelativeResize="0"/>
          <p:nvPr/>
        </p:nvPicPr>
        <p:blipFill>
          <a:blip r:embed="rId3">
            <a:alphaModFix amt="21000"/>
          </a:blip>
          <a:stretch>
            <a:fillRect/>
          </a:stretch>
        </p:blipFill>
        <p:spPr>
          <a:xfrm flipH="1">
            <a:off x="-532853" y="-4"/>
            <a:ext cx="4775101" cy="2539096"/>
          </a:xfrm>
          <a:prstGeom prst="rect">
            <a:avLst/>
          </a:prstGeom>
          <a:noFill/>
          <a:ln>
            <a:noFill/>
          </a:ln>
        </p:spPr>
      </p:pic>
      <p:grpSp>
        <p:nvGrpSpPr>
          <p:cNvPr id="469" name="Google Shape;469;p38"/>
          <p:cNvGrpSpPr/>
          <p:nvPr/>
        </p:nvGrpSpPr>
        <p:grpSpPr>
          <a:xfrm flipH="1">
            <a:off x="-914594" y="455623"/>
            <a:ext cx="5313368" cy="5145951"/>
            <a:chOff x="4326600" y="455623"/>
            <a:chExt cx="5313368" cy="5145951"/>
          </a:xfrm>
        </p:grpSpPr>
        <p:sp>
          <p:nvSpPr>
            <p:cNvPr id="470" name="Google Shape;470;p38"/>
            <p:cNvSpPr/>
            <p:nvPr/>
          </p:nvSpPr>
          <p:spPr>
            <a:xfrm>
              <a:off x="4326600" y="455623"/>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38"/>
            <p:cNvSpPr/>
            <p:nvPr/>
          </p:nvSpPr>
          <p:spPr>
            <a:xfrm>
              <a:off x="4368901" y="767644"/>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38"/>
            <p:cNvSpPr/>
            <p:nvPr/>
          </p:nvSpPr>
          <p:spPr>
            <a:xfrm>
              <a:off x="4368899" y="455625"/>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473" name="Google Shape;473;p38"/>
          <p:cNvPicPr preferRelativeResize="0"/>
          <p:nvPr/>
        </p:nvPicPr>
        <p:blipFill>
          <a:blip r:embed="rId4">
            <a:alphaModFix amt="79000"/>
          </a:blip>
          <a:stretch>
            <a:fillRect/>
          </a:stretch>
        </p:blipFill>
        <p:spPr>
          <a:xfrm flipH="1">
            <a:off x="13175" y="-1318753"/>
            <a:ext cx="2344349" cy="2346255"/>
          </a:xfrm>
          <a:prstGeom prst="rect">
            <a:avLst/>
          </a:prstGeom>
          <a:noFill/>
          <a:ln>
            <a:noFill/>
          </a:ln>
        </p:spPr>
      </p:pic>
      <p:pic>
        <p:nvPicPr>
          <p:cNvPr id="474" name="Google Shape;474;p38"/>
          <p:cNvPicPr preferRelativeResize="0"/>
          <p:nvPr/>
        </p:nvPicPr>
        <p:blipFill>
          <a:blip r:embed="rId4">
            <a:alphaModFix amt="79000"/>
          </a:blip>
          <a:stretch>
            <a:fillRect/>
          </a:stretch>
        </p:blipFill>
        <p:spPr>
          <a:xfrm flipH="1">
            <a:off x="-1613625" y="2334897"/>
            <a:ext cx="2344349" cy="2346255"/>
          </a:xfrm>
          <a:prstGeom prst="rect">
            <a:avLst/>
          </a:prstGeom>
          <a:noFill/>
          <a:ln>
            <a:noFill/>
          </a:ln>
        </p:spPr>
      </p:pic>
      <p:pic>
        <p:nvPicPr>
          <p:cNvPr id="475" name="Google Shape;475;p38"/>
          <p:cNvPicPr preferRelativeResize="0"/>
          <p:nvPr/>
        </p:nvPicPr>
        <p:blipFill>
          <a:blip r:embed="rId4">
            <a:alphaModFix amt="79000"/>
          </a:blip>
          <a:stretch>
            <a:fillRect/>
          </a:stretch>
        </p:blipFill>
        <p:spPr>
          <a:xfrm flipH="1">
            <a:off x="-761450" y="4316097"/>
            <a:ext cx="2344349" cy="2346255"/>
          </a:xfrm>
          <a:prstGeom prst="rect">
            <a:avLst/>
          </a:prstGeom>
          <a:noFill/>
          <a:ln>
            <a:noFill/>
          </a:ln>
        </p:spPr>
      </p:pic>
      <p:grpSp>
        <p:nvGrpSpPr>
          <p:cNvPr id="476" name="Google Shape;476;p38"/>
          <p:cNvGrpSpPr/>
          <p:nvPr/>
        </p:nvGrpSpPr>
        <p:grpSpPr>
          <a:xfrm>
            <a:off x="829212" y="3202375"/>
            <a:ext cx="2148213" cy="2635749"/>
            <a:chOff x="5119300" y="3450025"/>
            <a:chExt cx="2148213" cy="2635749"/>
          </a:xfrm>
        </p:grpSpPr>
        <p:pic>
          <p:nvPicPr>
            <p:cNvPr id="477" name="Google Shape;477;p38"/>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478" name="Google Shape;478;p38"/>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479" name="Google Shape;479;p38"/>
          <p:cNvGrpSpPr/>
          <p:nvPr/>
        </p:nvGrpSpPr>
        <p:grpSpPr>
          <a:xfrm>
            <a:off x="713237" y="-471975"/>
            <a:ext cx="2148213" cy="2635749"/>
            <a:chOff x="5119300" y="3450025"/>
            <a:chExt cx="2148213" cy="2635749"/>
          </a:xfrm>
        </p:grpSpPr>
        <p:pic>
          <p:nvPicPr>
            <p:cNvPr id="480" name="Google Shape;480;p38"/>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481" name="Google Shape;481;p38"/>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482" name="Google Shape;482;p38"/>
          <p:cNvGrpSpPr/>
          <p:nvPr/>
        </p:nvGrpSpPr>
        <p:grpSpPr>
          <a:xfrm>
            <a:off x="6628687" y="-1270700"/>
            <a:ext cx="2148213" cy="2635749"/>
            <a:chOff x="5119300" y="3450025"/>
            <a:chExt cx="2148213" cy="2635749"/>
          </a:xfrm>
        </p:grpSpPr>
        <p:pic>
          <p:nvPicPr>
            <p:cNvPr id="483" name="Google Shape;483;p38"/>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484" name="Google Shape;484;p38"/>
            <p:cNvPicPr preferRelativeResize="0"/>
            <p:nvPr/>
          </p:nvPicPr>
          <p:blipFill>
            <a:blip r:embed="rId5">
              <a:alphaModFix/>
            </a:blip>
            <a:stretch>
              <a:fillRect/>
            </a:stretch>
          </p:blipFill>
          <p:spPr>
            <a:xfrm>
              <a:off x="5576500" y="4392300"/>
              <a:ext cx="1691013" cy="1693474"/>
            </a:xfrm>
            <a:prstGeom prst="rect">
              <a:avLst/>
            </a:prstGeom>
            <a:noFill/>
            <a:ln>
              <a:noFill/>
            </a:ln>
          </p:spPr>
        </p:pic>
      </p:grpSp>
      <p:cxnSp>
        <p:nvCxnSpPr>
          <p:cNvPr id="485" name="Google Shape;485;p38"/>
          <p:cNvCxnSpPr/>
          <p:nvPr/>
        </p:nvCxnSpPr>
        <p:spPr>
          <a:xfrm>
            <a:off x="4256175" y="1179725"/>
            <a:ext cx="609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Functional Requirements</a:t>
            </a:r>
            <a:endParaRPr/>
          </a:p>
        </p:txBody>
      </p:sp>
      <p:sp>
        <p:nvSpPr>
          <p:cNvPr id="491" name="Google Shape;491;p39"/>
          <p:cNvSpPr txBox="1"/>
          <p:nvPr>
            <p:ph idx="1" type="body"/>
          </p:nvPr>
        </p:nvSpPr>
        <p:spPr>
          <a:xfrm>
            <a:off x="720000" y="1215751"/>
            <a:ext cx="7704000" cy="346500"/>
          </a:xfrm>
          <a:prstGeom prst="rect">
            <a:avLst/>
          </a:prstGeom>
        </p:spPr>
        <p:txBody>
          <a:bodyPr anchorCtr="0" anchor="t" bIns="91425" lIns="91425" spcFirstLastPara="1" rIns="91425" wrap="square" tIns="91425">
            <a:noAutofit/>
          </a:bodyPr>
          <a:lstStyle/>
          <a:p>
            <a:pPr indent="-323850" lvl="0" marL="914400" rtl="0" algn="l">
              <a:lnSpc>
                <a:spcPct val="115000"/>
              </a:lnSpc>
              <a:spcBef>
                <a:spcPts val="0"/>
              </a:spcBef>
              <a:spcAft>
                <a:spcPts val="0"/>
              </a:spcAft>
              <a:buClr>
                <a:srgbClr val="000000"/>
              </a:buClr>
              <a:buSzPts val="1500"/>
              <a:buFont typeface="Golos Text"/>
              <a:buChar char="●"/>
            </a:pPr>
            <a:r>
              <a:rPr lang="en" sz="1500">
                <a:solidFill>
                  <a:srgbClr val="000000"/>
                </a:solidFill>
              </a:rPr>
              <a:t>The user shall be able to see all assignments assigned in Blackboard for the current semester</a:t>
            </a:r>
            <a:endParaRPr sz="1500">
              <a:solidFill>
                <a:srgbClr val="000000"/>
              </a:solidFill>
            </a:endParaRPr>
          </a:p>
          <a:p>
            <a:pPr indent="-323850" lvl="0" marL="914400" rtl="0" algn="l">
              <a:lnSpc>
                <a:spcPct val="115000"/>
              </a:lnSpc>
              <a:spcBef>
                <a:spcPts val="0"/>
              </a:spcBef>
              <a:spcAft>
                <a:spcPts val="0"/>
              </a:spcAft>
              <a:buClr>
                <a:srgbClr val="000000"/>
              </a:buClr>
              <a:buSzPts val="1500"/>
              <a:buFont typeface="Golos Text"/>
              <a:buChar char="●"/>
            </a:pPr>
            <a:r>
              <a:rPr lang="en" sz="1500">
                <a:solidFill>
                  <a:srgbClr val="000000"/>
                </a:solidFill>
              </a:rPr>
              <a:t>The system shall generate assignment notifications according to the user’s preferences</a:t>
            </a:r>
            <a:endParaRPr sz="1500">
              <a:solidFill>
                <a:srgbClr val="000000"/>
              </a:solidFill>
            </a:endParaRPr>
          </a:p>
          <a:p>
            <a:pPr indent="-323850" lvl="0" marL="914400" rtl="0" algn="l">
              <a:lnSpc>
                <a:spcPct val="115000"/>
              </a:lnSpc>
              <a:spcBef>
                <a:spcPts val="0"/>
              </a:spcBef>
              <a:spcAft>
                <a:spcPts val="0"/>
              </a:spcAft>
              <a:buClr>
                <a:srgbClr val="000000"/>
              </a:buClr>
              <a:buSzPts val="1500"/>
              <a:buFont typeface="Golos Text"/>
              <a:buChar char="●"/>
            </a:pPr>
            <a:r>
              <a:rPr lang="en" sz="1500">
                <a:solidFill>
                  <a:srgbClr val="000000"/>
                </a:solidFill>
              </a:rPr>
              <a:t>The user shall be able to request summaries of data for a specific month</a:t>
            </a:r>
            <a:endParaRPr sz="1500">
              <a:solidFill>
                <a:srgbClr val="000000"/>
              </a:solidFill>
            </a:endParaRPr>
          </a:p>
          <a:p>
            <a:pPr indent="-323850" lvl="0" marL="914400" rtl="0" algn="l">
              <a:lnSpc>
                <a:spcPct val="115000"/>
              </a:lnSpc>
              <a:spcBef>
                <a:spcPts val="0"/>
              </a:spcBef>
              <a:spcAft>
                <a:spcPts val="0"/>
              </a:spcAft>
              <a:buClr>
                <a:srgbClr val="000000"/>
              </a:buClr>
              <a:buSzPts val="1500"/>
              <a:buFont typeface="Golos Text"/>
              <a:buChar char="●"/>
            </a:pPr>
            <a:r>
              <a:rPr lang="en" sz="1500">
                <a:solidFill>
                  <a:srgbClr val="000000"/>
                </a:solidFill>
              </a:rPr>
              <a:t>The user shall be able to request summaries of data for a specific week</a:t>
            </a:r>
            <a:endParaRPr sz="1500">
              <a:solidFill>
                <a:srgbClr val="000000"/>
              </a:solidFill>
            </a:endParaRPr>
          </a:p>
          <a:p>
            <a:pPr indent="-323850" lvl="0" marL="914400" rtl="0" algn="l">
              <a:lnSpc>
                <a:spcPct val="115000"/>
              </a:lnSpc>
              <a:spcBef>
                <a:spcPts val="0"/>
              </a:spcBef>
              <a:spcAft>
                <a:spcPts val="0"/>
              </a:spcAft>
              <a:buClr>
                <a:srgbClr val="000000"/>
              </a:buClr>
              <a:buSzPts val="1500"/>
              <a:buFont typeface="Golos Text"/>
              <a:buChar char="●"/>
            </a:pPr>
            <a:r>
              <a:rPr lang="en" sz="1500">
                <a:solidFill>
                  <a:srgbClr val="000000"/>
                </a:solidFill>
              </a:rPr>
              <a:t>The user shall be able to request summaries of data for a specific day</a:t>
            </a:r>
            <a:endParaRPr sz="1500">
              <a:solidFill>
                <a:srgbClr val="000000"/>
              </a:solidFill>
            </a:endParaRPr>
          </a:p>
          <a:p>
            <a:pPr indent="-323850" lvl="0" marL="914400" rtl="0" algn="l">
              <a:lnSpc>
                <a:spcPct val="115000"/>
              </a:lnSpc>
              <a:spcBef>
                <a:spcPts val="0"/>
              </a:spcBef>
              <a:spcAft>
                <a:spcPts val="0"/>
              </a:spcAft>
              <a:buClr>
                <a:srgbClr val="000000"/>
              </a:buClr>
              <a:buSzPts val="1500"/>
              <a:buFont typeface="Golos Text"/>
              <a:buChar char="●"/>
            </a:pPr>
            <a:r>
              <a:rPr lang="en" sz="1500">
                <a:solidFill>
                  <a:srgbClr val="000000"/>
                </a:solidFill>
              </a:rPr>
              <a:t>The user shall be able to add additional/custom assignments not found on Blackboard</a:t>
            </a:r>
            <a:endParaRPr sz="1500">
              <a:solidFill>
                <a:srgbClr val="000000"/>
              </a:solidFill>
            </a:endParaRPr>
          </a:p>
          <a:p>
            <a:pPr indent="-323850" lvl="0" marL="914400" rtl="0" algn="l">
              <a:lnSpc>
                <a:spcPct val="115000"/>
              </a:lnSpc>
              <a:spcBef>
                <a:spcPts val="0"/>
              </a:spcBef>
              <a:spcAft>
                <a:spcPts val="0"/>
              </a:spcAft>
              <a:buClr>
                <a:srgbClr val="000000"/>
              </a:buClr>
              <a:buSzPts val="1500"/>
              <a:buFont typeface="Golos Text"/>
              <a:buChar char="●"/>
            </a:pPr>
            <a:r>
              <a:rPr lang="en" sz="1500">
                <a:solidFill>
                  <a:srgbClr val="000000"/>
                </a:solidFill>
              </a:rPr>
              <a:t>The user shall be able to search their classes</a:t>
            </a:r>
            <a:endParaRPr sz="1500">
              <a:solidFill>
                <a:srgbClr val="000000"/>
              </a:solidFill>
            </a:endParaRPr>
          </a:p>
          <a:p>
            <a:pPr indent="-323850" lvl="0" marL="914400" rtl="0" algn="l">
              <a:lnSpc>
                <a:spcPct val="115000"/>
              </a:lnSpc>
              <a:spcBef>
                <a:spcPts val="0"/>
              </a:spcBef>
              <a:spcAft>
                <a:spcPts val="0"/>
              </a:spcAft>
              <a:buClr>
                <a:srgbClr val="000000"/>
              </a:buClr>
              <a:buSzPts val="1500"/>
              <a:buFont typeface="Golos Text"/>
              <a:buChar char="●"/>
            </a:pPr>
            <a:r>
              <a:rPr lang="en" sz="1500">
                <a:solidFill>
                  <a:srgbClr val="000000"/>
                </a:solidFill>
              </a:rPr>
              <a:t>The user shall be able to sort their classes</a:t>
            </a: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Non-Functional Requirements</a:t>
            </a:r>
            <a:endParaRPr/>
          </a:p>
        </p:txBody>
      </p:sp>
      <p:sp>
        <p:nvSpPr>
          <p:cNvPr id="497" name="Google Shape;497;p40"/>
          <p:cNvSpPr txBox="1"/>
          <p:nvPr>
            <p:ph idx="1" type="body"/>
          </p:nvPr>
        </p:nvSpPr>
        <p:spPr>
          <a:xfrm>
            <a:off x="720000" y="1215751"/>
            <a:ext cx="7704000" cy="346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Users should connect the system to their Blackboard account using their credentials</a:t>
            </a:r>
            <a:endParaRPr sz="1800"/>
          </a:p>
          <a:p>
            <a:pPr indent="-342900" lvl="0" marL="457200" rtl="0" algn="l">
              <a:spcBef>
                <a:spcPts val="0"/>
              </a:spcBef>
              <a:spcAft>
                <a:spcPts val="0"/>
              </a:spcAft>
              <a:buSzPts val="1800"/>
              <a:buChar char="●"/>
            </a:pPr>
            <a:r>
              <a:rPr lang="en" sz="1800"/>
              <a:t>The software should be easy for the user to navigate</a:t>
            </a:r>
            <a:endParaRPr sz="1800"/>
          </a:p>
          <a:p>
            <a:pPr indent="-342900" lvl="0" marL="457200" rtl="0" algn="l">
              <a:spcBef>
                <a:spcPts val="0"/>
              </a:spcBef>
              <a:spcAft>
                <a:spcPts val="0"/>
              </a:spcAft>
              <a:buSzPts val="1800"/>
              <a:buChar char="●"/>
            </a:pPr>
            <a:r>
              <a:rPr lang="en" sz="1800"/>
              <a:t>The system shall be able to run on mobile and desktop hardware through a web browser</a:t>
            </a:r>
            <a:endParaRPr sz="1800"/>
          </a:p>
          <a:p>
            <a:pPr indent="-342900" lvl="0" marL="457200" rtl="0" algn="l">
              <a:spcBef>
                <a:spcPts val="0"/>
              </a:spcBef>
              <a:spcAft>
                <a:spcPts val="0"/>
              </a:spcAft>
              <a:buSzPts val="1800"/>
              <a:buChar char="●"/>
            </a:pPr>
            <a:r>
              <a:rPr lang="en" sz="1800"/>
              <a:t>Notifications from the system should be sent promptly according to when they are scheduled</a:t>
            </a:r>
            <a:endParaRPr sz="1800"/>
          </a:p>
          <a:p>
            <a:pPr indent="-342900" lvl="0" marL="457200" rtl="0" algn="l">
              <a:spcBef>
                <a:spcPts val="0"/>
              </a:spcBef>
              <a:spcAft>
                <a:spcPts val="0"/>
              </a:spcAft>
              <a:buSzPts val="1800"/>
              <a:buChar char="●"/>
            </a:pPr>
            <a:r>
              <a:rPr lang="en" sz="1800"/>
              <a:t>The software shall not expose PII to unauthorized actors and shall maintain the security of information</a:t>
            </a:r>
            <a:endParaRPr sz="1800"/>
          </a:p>
          <a:p>
            <a:pPr indent="-342900" lvl="0" marL="457200" rtl="0" algn="l">
              <a:spcBef>
                <a:spcPts val="0"/>
              </a:spcBef>
              <a:spcAft>
                <a:spcPts val="0"/>
              </a:spcAft>
              <a:buSzPts val="1800"/>
              <a:buChar char="●"/>
            </a:pPr>
            <a:r>
              <a:rPr lang="en" sz="1800"/>
              <a:t>The system should not miss any assignments from the user’s Blackboard account</a:t>
            </a:r>
            <a:endParaRPr sz="1800"/>
          </a:p>
          <a:p>
            <a:pPr indent="0" lvl="0" marL="457200" rtl="0" algn="l">
              <a:spcBef>
                <a:spcPts val="0"/>
              </a:spcBef>
              <a:spcAft>
                <a:spcPts val="0"/>
              </a:spcAft>
              <a:buNone/>
            </a:pPr>
            <a:r>
              <a:t/>
            </a:r>
            <a:endParaRPr sz="1800"/>
          </a:p>
          <a:p>
            <a:pPr indent="0" lvl="0" marL="457200" rtl="0" algn="l">
              <a:spcBef>
                <a:spcPts val="0"/>
              </a:spcBef>
              <a:spcAft>
                <a:spcPts val="0"/>
              </a:spcAft>
              <a:buNone/>
            </a:pPr>
            <a:r>
              <a:t/>
            </a:r>
            <a:endParaRPr sz="1800"/>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1"/>
          <p:cNvSpPr txBox="1"/>
          <p:nvPr>
            <p:ph type="title"/>
          </p:nvPr>
        </p:nvSpPr>
        <p:spPr>
          <a:xfrm>
            <a:off x="4132900" y="2408450"/>
            <a:ext cx="4301100" cy="160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Application</a:t>
            </a:r>
            <a:r>
              <a:rPr lang="en"/>
              <a:t> Diagrams</a:t>
            </a:r>
            <a:endParaRPr/>
          </a:p>
        </p:txBody>
      </p:sp>
      <p:sp>
        <p:nvSpPr>
          <p:cNvPr id="503" name="Google Shape;503;p41"/>
          <p:cNvSpPr txBox="1"/>
          <p:nvPr>
            <p:ph idx="2" type="title"/>
          </p:nvPr>
        </p:nvSpPr>
        <p:spPr>
          <a:xfrm>
            <a:off x="4132900" y="1285925"/>
            <a:ext cx="1450800" cy="104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05</a:t>
            </a:r>
            <a:endParaRPr/>
          </a:p>
        </p:txBody>
      </p:sp>
      <p:pic>
        <p:nvPicPr>
          <p:cNvPr id="504" name="Google Shape;504;p41"/>
          <p:cNvPicPr preferRelativeResize="0"/>
          <p:nvPr/>
        </p:nvPicPr>
        <p:blipFill>
          <a:blip r:embed="rId3">
            <a:alphaModFix amt="21000"/>
          </a:blip>
          <a:stretch>
            <a:fillRect/>
          </a:stretch>
        </p:blipFill>
        <p:spPr>
          <a:xfrm flipH="1">
            <a:off x="-532853" y="-4"/>
            <a:ext cx="4775101" cy="2539096"/>
          </a:xfrm>
          <a:prstGeom prst="rect">
            <a:avLst/>
          </a:prstGeom>
          <a:noFill/>
          <a:ln>
            <a:noFill/>
          </a:ln>
        </p:spPr>
      </p:pic>
      <p:grpSp>
        <p:nvGrpSpPr>
          <p:cNvPr id="505" name="Google Shape;505;p41"/>
          <p:cNvGrpSpPr/>
          <p:nvPr/>
        </p:nvGrpSpPr>
        <p:grpSpPr>
          <a:xfrm flipH="1">
            <a:off x="-914594" y="455623"/>
            <a:ext cx="5313368" cy="5145951"/>
            <a:chOff x="4326600" y="455623"/>
            <a:chExt cx="5313368" cy="5145951"/>
          </a:xfrm>
        </p:grpSpPr>
        <p:sp>
          <p:nvSpPr>
            <p:cNvPr id="506" name="Google Shape;506;p41"/>
            <p:cNvSpPr/>
            <p:nvPr/>
          </p:nvSpPr>
          <p:spPr>
            <a:xfrm>
              <a:off x="4326600" y="455623"/>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41"/>
            <p:cNvSpPr/>
            <p:nvPr/>
          </p:nvSpPr>
          <p:spPr>
            <a:xfrm>
              <a:off x="4368901" y="767644"/>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41"/>
            <p:cNvSpPr/>
            <p:nvPr/>
          </p:nvSpPr>
          <p:spPr>
            <a:xfrm>
              <a:off x="4368899" y="455625"/>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509" name="Google Shape;509;p41"/>
          <p:cNvPicPr preferRelativeResize="0"/>
          <p:nvPr/>
        </p:nvPicPr>
        <p:blipFill>
          <a:blip r:embed="rId4">
            <a:alphaModFix amt="79000"/>
          </a:blip>
          <a:stretch>
            <a:fillRect/>
          </a:stretch>
        </p:blipFill>
        <p:spPr>
          <a:xfrm flipH="1">
            <a:off x="13175" y="-1318753"/>
            <a:ext cx="2344349" cy="2346255"/>
          </a:xfrm>
          <a:prstGeom prst="rect">
            <a:avLst/>
          </a:prstGeom>
          <a:noFill/>
          <a:ln>
            <a:noFill/>
          </a:ln>
        </p:spPr>
      </p:pic>
      <p:pic>
        <p:nvPicPr>
          <p:cNvPr id="510" name="Google Shape;510;p41"/>
          <p:cNvPicPr preferRelativeResize="0"/>
          <p:nvPr/>
        </p:nvPicPr>
        <p:blipFill>
          <a:blip r:embed="rId4">
            <a:alphaModFix amt="79000"/>
          </a:blip>
          <a:stretch>
            <a:fillRect/>
          </a:stretch>
        </p:blipFill>
        <p:spPr>
          <a:xfrm flipH="1">
            <a:off x="-1613625" y="2334897"/>
            <a:ext cx="2344349" cy="2346255"/>
          </a:xfrm>
          <a:prstGeom prst="rect">
            <a:avLst/>
          </a:prstGeom>
          <a:noFill/>
          <a:ln>
            <a:noFill/>
          </a:ln>
        </p:spPr>
      </p:pic>
      <p:pic>
        <p:nvPicPr>
          <p:cNvPr id="511" name="Google Shape;511;p41"/>
          <p:cNvPicPr preferRelativeResize="0"/>
          <p:nvPr/>
        </p:nvPicPr>
        <p:blipFill>
          <a:blip r:embed="rId4">
            <a:alphaModFix amt="79000"/>
          </a:blip>
          <a:stretch>
            <a:fillRect/>
          </a:stretch>
        </p:blipFill>
        <p:spPr>
          <a:xfrm flipH="1">
            <a:off x="-761450" y="4316097"/>
            <a:ext cx="2344349" cy="2346255"/>
          </a:xfrm>
          <a:prstGeom prst="rect">
            <a:avLst/>
          </a:prstGeom>
          <a:noFill/>
          <a:ln>
            <a:noFill/>
          </a:ln>
        </p:spPr>
      </p:pic>
      <p:grpSp>
        <p:nvGrpSpPr>
          <p:cNvPr id="512" name="Google Shape;512;p41"/>
          <p:cNvGrpSpPr/>
          <p:nvPr/>
        </p:nvGrpSpPr>
        <p:grpSpPr>
          <a:xfrm>
            <a:off x="829212" y="3202375"/>
            <a:ext cx="2148213" cy="2635749"/>
            <a:chOff x="5119300" y="3450025"/>
            <a:chExt cx="2148213" cy="2635749"/>
          </a:xfrm>
        </p:grpSpPr>
        <p:pic>
          <p:nvPicPr>
            <p:cNvPr id="513" name="Google Shape;513;p41"/>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514" name="Google Shape;514;p41"/>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515" name="Google Shape;515;p41"/>
          <p:cNvGrpSpPr/>
          <p:nvPr/>
        </p:nvGrpSpPr>
        <p:grpSpPr>
          <a:xfrm>
            <a:off x="713237" y="-471975"/>
            <a:ext cx="2148213" cy="2635749"/>
            <a:chOff x="5119300" y="3450025"/>
            <a:chExt cx="2148213" cy="2635749"/>
          </a:xfrm>
        </p:grpSpPr>
        <p:pic>
          <p:nvPicPr>
            <p:cNvPr id="516" name="Google Shape;516;p41"/>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517" name="Google Shape;517;p41"/>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518" name="Google Shape;518;p41"/>
          <p:cNvGrpSpPr/>
          <p:nvPr/>
        </p:nvGrpSpPr>
        <p:grpSpPr>
          <a:xfrm>
            <a:off x="6628687" y="-1270700"/>
            <a:ext cx="2148213" cy="2635749"/>
            <a:chOff x="5119300" y="3450025"/>
            <a:chExt cx="2148213" cy="2635749"/>
          </a:xfrm>
        </p:grpSpPr>
        <p:pic>
          <p:nvPicPr>
            <p:cNvPr id="519" name="Google Shape;519;p41"/>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520" name="Google Shape;520;p41"/>
            <p:cNvPicPr preferRelativeResize="0"/>
            <p:nvPr/>
          </p:nvPicPr>
          <p:blipFill>
            <a:blip r:embed="rId5">
              <a:alphaModFix/>
            </a:blip>
            <a:stretch>
              <a:fillRect/>
            </a:stretch>
          </p:blipFill>
          <p:spPr>
            <a:xfrm>
              <a:off x="5576500" y="4392300"/>
              <a:ext cx="1691013" cy="1693474"/>
            </a:xfrm>
            <a:prstGeom prst="rect">
              <a:avLst/>
            </a:prstGeom>
            <a:noFill/>
            <a:ln>
              <a:noFill/>
            </a:ln>
          </p:spPr>
        </p:pic>
      </p:grpSp>
      <p:cxnSp>
        <p:nvCxnSpPr>
          <p:cNvPr id="521" name="Google Shape;521;p41"/>
          <p:cNvCxnSpPr/>
          <p:nvPr/>
        </p:nvCxnSpPr>
        <p:spPr>
          <a:xfrm>
            <a:off x="4256175" y="1179725"/>
            <a:ext cx="609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2"/>
          <p:cNvSpPr txBox="1"/>
          <p:nvPr>
            <p:ph type="title"/>
          </p:nvPr>
        </p:nvSpPr>
        <p:spPr>
          <a:xfrm>
            <a:off x="821650" y="1307100"/>
            <a:ext cx="4508100" cy="2529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Use Case Diagrams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Event System</a:t>
            </a:r>
            <a:endParaRPr/>
          </a:p>
        </p:txBody>
      </p:sp>
      <p:sp>
        <p:nvSpPr>
          <p:cNvPr id="532" name="Google Shape;532;p43"/>
          <p:cNvSpPr txBox="1"/>
          <p:nvPr>
            <p:ph idx="1" type="subTitle"/>
          </p:nvPr>
        </p:nvSpPr>
        <p:spPr>
          <a:xfrm>
            <a:off x="688700" y="1017725"/>
            <a:ext cx="2745900" cy="330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33" name="Google Shape;533;p43"/>
          <p:cNvPicPr preferRelativeResize="0"/>
          <p:nvPr/>
        </p:nvPicPr>
        <p:blipFill>
          <a:blip r:embed="rId3">
            <a:alphaModFix/>
          </a:blip>
          <a:stretch>
            <a:fillRect/>
          </a:stretch>
        </p:blipFill>
        <p:spPr>
          <a:xfrm>
            <a:off x="3585500" y="167250"/>
            <a:ext cx="5036800" cy="4809025"/>
          </a:xfrm>
          <a:prstGeom prst="rect">
            <a:avLst/>
          </a:prstGeom>
          <a:noFill/>
          <a:ln cap="flat" cmpd="sng" w="25400">
            <a:solidFill>
              <a:srgbClr val="000000"/>
            </a:solidFill>
            <a:prstDash val="solid"/>
            <a:miter lim="8000"/>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Monthly Summaries</a:t>
            </a:r>
            <a:endParaRPr/>
          </a:p>
        </p:txBody>
      </p:sp>
      <p:sp>
        <p:nvSpPr>
          <p:cNvPr id="539" name="Google Shape;539;p44"/>
          <p:cNvSpPr txBox="1"/>
          <p:nvPr>
            <p:ph idx="1" type="subTitle"/>
          </p:nvPr>
        </p:nvSpPr>
        <p:spPr>
          <a:xfrm>
            <a:off x="688700" y="1017725"/>
            <a:ext cx="2745900" cy="330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40" name="Google Shape;540;p44"/>
          <p:cNvPicPr preferRelativeResize="0"/>
          <p:nvPr/>
        </p:nvPicPr>
        <p:blipFill>
          <a:blip r:embed="rId3">
            <a:alphaModFix/>
          </a:blip>
          <a:stretch>
            <a:fillRect/>
          </a:stretch>
        </p:blipFill>
        <p:spPr>
          <a:xfrm>
            <a:off x="4163100" y="1017725"/>
            <a:ext cx="3733800" cy="3733800"/>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Reminder System</a:t>
            </a:r>
            <a:endParaRPr/>
          </a:p>
        </p:txBody>
      </p:sp>
      <p:sp>
        <p:nvSpPr>
          <p:cNvPr id="546" name="Google Shape;546;p45"/>
          <p:cNvSpPr txBox="1"/>
          <p:nvPr>
            <p:ph idx="1" type="subTitle"/>
          </p:nvPr>
        </p:nvSpPr>
        <p:spPr>
          <a:xfrm>
            <a:off x="688700" y="1017725"/>
            <a:ext cx="2745900" cy="330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47" name="Google Shape;547;p45"/>
          <p:cNvPicPr preferRelativeResize="0"/>
          <p:nvPr/>
        </p:nvPicPr>
        <p:blipFill>
          <a:blip r:embed="rId3">
            <a:alphaModFix/>
          </a:blip>
          <a:stretch>
            <a:fillRect/>
          </a:stretch>
        </p:blipFill>
        <p:spPr>
          <a:xfrm>
            <a:off x="3665600" y="1051988"/>
            <a:ext cx="4432650" cy="3039525"/>
          </a:xfrm>
          <a:prstGeom prst="rect">
            <a:avLst/>
          </a:prstGeom>
          <a:noFill/>
          <a:ln cap="flat" cmpd="sng" w="9525">
            <a:solidFill>
              <a:srgbClr val="000000"/>
            </a:solidFill>
            <a:prstDash val="solid"/>
            <a:miter lim="8000"/>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6"/>
          <p:cNvSpPr txBox="1"/>
          <p:nvPr>
            <p:ph type="title"/>
          </p:nvPr>
        </p:nvSpPr>
        <p:spPr>
          <a:xfrm>
            <a:off x="821650" y="1307100"/>
            <a:ext cx="4508100" cy="2529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Sequence Diagrams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 Assignments</a:t>
            </a:r>
            <a:endParaRPr/>
          </a:p>
        </p:txBody>
      </p:sp>
      <p:sp>
        <p:nvSpPr>
          <p:cNvPr id="558" name="Google Shape;558;p47"/>
          <p:cNvSpPr txBox="1"/>
          <p:nvPr>
            <p:ph idx="1" type="subTitle"/>
          </p:nvPr>
        </p:nvSpPr>
        <p:spPr>
          <a:xfrm>
            <a:off x="688700" y="1017725"/>
            <a:ext cx="1925400" cy="330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59" name="Google Shape;559;p47"/>
          <p:cNvPicPr preferRelativeResize="0"/>
          <p:nvPr/>
        </p:nvPicPr>
        <p:blipFill rotWithShape="1">
          <a:blip r:embed="rId3">
            <a:alphaModFix/>
          </a:blip>
          <a:srcRect b="0" l="11700" r="11376" t="0"/>
          <a:stretch/>
        </p:blipFill>
        <p:spPr>
          <a:xfrm>
            <a:off x="3972365" y="374712"/>
            <a:ext cx="4590360" cy="43940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8"/>
          <p:cNvSpPr txBox="1"/>
          <p:nvPr>
            <p:ph type="title"/>
          </p:nvPr>
        </p:nvSpPr>
        <p:spPr>
          <a:xfrm>
            <a:off x="821650" y="1307100"/>
            <a:ext cx="4508100" cy="2529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Class Diagram</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Diagram</a:t>
            </a:r>
            <a:endParaRPr/>
          </a:p>
        </p:txBody>
      </p:sp>
      <p:sp>
        <p:nvSpPr>
          <p:cNvPr id="570" name="Google Shape;570;p49"/>
          <p:cNvSpPr txBox="1"/>
          <p:nvPr>
            <p:ph idx="1" type="body"/>
          </p:nvPr>
        </p:nvSpPr>
        <p:spPr>
          <a:xfrm>
            <a:off x="720000" y="1215740"/>
            <a:ext cx="2470800" cy="27219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Core chain: </a:t>
            </a:r>
            <a:r>
              <a:rPr b="1" lang="en" sz="1300">
                <a:solidFill>
                  <a:srgbClr val="000000"/>
                </a:solidFill>
                <a:latin typeface="Arial"/>
                <a:ea typeface="Arial"/>
                <a:cs typeface="Arial"/>
                <a:sym typeface="Arial"/>
              </a:rPr>
              <a:t>User → Course → Assignment</a:t>
            </a:r>
            <a:endParaRPr b="1"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en" sz="1300">
                <a:solidFill>
                  <a:srgbClr val="000000"/>
                </a:solidFill>
                <a:latin typeface="Arial"/>
                <a:ea typeface="Arial"/>
                <a:cs typeface="Arial"/>
                <a:sym typeface="Arial"/>
              </a:rPr>
              <a:t>Tags</a:t>
            </a:r>
            <a:r>
              <a:rPr lang="en" sz="1300">
                <a:solidFill>
                  <a:srgbClr val="000000"/>
                </a:solidFill>
                <a:latin typeface="Arial"/>
                <a:ea typeface="Arial"/>
                <a:cs typeface="Arial"/>
                <a:sym typeface="Arial"/>
              </a:rPr>
              <a:t> for filtering</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en" sz="1300">
                <a:solidFill>
                  <a:srgbClr val="000000"/>
                </a:solidFill>
                <a:latin typeface="Arial"/>
                <a:ea typeface="Arial"/>
                <a:cs typeface="Arial"/>
                <a:sym typeface="Arial"/>
              </a:rPr>
              <a:t>CalendarView</a:t>
            </a:r>
            <a:r>
              <a:rPr lang="en" sz="1300">
                <a:solidFill>
                  <a:srgbClr val="000000"/>
                </a:solidFill>
                <a:latin typeface="Arial"/>
                <a:ea typeface="Arial"/>
                <a:cs typeface="Arial"/>
                <a:sym typeface="Arial"/>
              </a:rPr>
              <a:t> for time-range display</a:t>
            </a:r>
            <a:endParaRPr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en" sz="1300">
                <a:solidFill>
                  <a:srgbClr val="000000"/>
                </a:solidFill>
                <a:latin typeface="Arial"/>
                <a:ea typeface="Arial"/>
                <a:cs typeface="Arial"/>
                <a:sym typeface="Arial"/>
              </a:rPr>
              <a:t>Reminders</a:t>
            </a:r>
            <a:r>
              <a:rPr lang="en" sz="1300">
                <a:solidFill>
                  <a:srgbClr val="000000"/>
                </a:solidFill>
                <a:latin typeface="Arial"/>
                <a:ea typeface="Arial"/>
                <a:cs typeface="Arial"/>
                <a:sym typeface="Arial"/>
              </a:rPr>
              <a:t> (Push/Email) + </a:t>
            </a:r>
            <a:r>
              <a:rPr b="1" lang="en" sz="1300">
                <a:solidFill>
                  <a:srgbClr val="000000"/>
                </a:solidFill>
                <a:latin typeface="Arial"/>
                <a:ea typeface="Arial"/>
                <a:cs typeface="Arial"/>
                <a:sym typeface="Arial"/>
              </a:rPr>
              <a:t>NotificationService</a:t>
            </a:r>
            <a:endParaRPr b="1" sz="1300">
              <a:solidFill>
                <a:srgbClr val="000000"/>
              </a:solidFill>
              <a:latin typeface="Arial"/>
              <a:ea typeface="Arial"/>
              <a:cs typeface="Arial"/>
              <a:sym typeface="Arial"/>
            </a:endParaRPr>
          </a:p>
          <a:p>
            <a:pPr indent="-311150" lvl="0" marL="457200" rtl="0" algn="l">
              <a:lnSpc>
                <a:spcPct val="115000"/>
              </a:lnSpc>
              <a:spcBef>
                <a:spcPts val="0"/>
              </a:spcBef>
              <a:spcAft>
                <a:spcPts val="0"/>
              </a:spcAft>
              <a:buClr>
                <a:srgbClr val="000000"/>
              </a:buClr>
              <a:buSzPts val="1300"/>
              <a:buFont typeface="Arial"/>
              <a:buChar char="●"/>
            </a:pPr>
            <a:r>
              <a:rPr b="1" lang="en" sz="1300">
                <a:solidFill>
                  <a:srgbClr val="000000"/>
                </a:solidFill>
                <a:latin typeface="Arial"/>
                <a:ea typeface="Arial"/>
                <a:cs typeface="Arial"/>
                <a:sym typeface="Arial"/>
              </a:rPr>
              <a:t>ProgressTracker</a:t>
            </a:r>
            <a:r>
              <a:rPr lang="en" sz="1300">
                <a:solidFill>
                  <a:srgbClr val="000000"/>
                </a:solidFill>
                <a:latin typeface="Arial"/>
                <a:ea typeface="Arial"/>
                <a:cs typeface="Arial"/>
                <a:sym typeface="Arial"/>
              </a:rPr>
              <a:t> for completion stats</a:t>
            </a:r>
            <a:endParaRPr sz="13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pic>
        <p:nvPicPr>
          <p:cNvPr id="571" name="Google Shape;571;p49"/>
          <p:cNvPicPr preferRelativeResize="0"/>
          <p:nvPr/>
        </p:nvPicPr>
        <p:blipFill>
          <a:blip r:embed="rId3">
            <a:alphaModFix/>
          </a:blip>
          <a:stretch>
            <a:fillRect/>
          </a:stretch>
        </p:blipFill>
        <p:spPr>
          <a:xfrm>
            <a:off x="4074550" y="129563"/>
            <a:ext cx="4141100" cy="48843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0"/>
          <p:cNvSpPr txBox="1"/>
          <p:nvPr>
            <p:ph type="title"/>
          </p:nvPr>
        </p:nvSpPr>
        <p:spPr>
          <a:xfrm>
            <a:off x="4132900" y="2408450"/>
            <a:ext cx="4301100" cy="160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Architectural Design</a:t>
            </a:r>
            <a:endParaRPr/>
          </a:p>
        </p:txBody>
      </p:sp>
      <p:sp>
        <p:nvSpPr>
          <p:cNvPr id="577" name="Google Shape;577;p50"/>
          <p:cNvSpPr txBox="1"/>
          <p:nvPr>
            <p:ph idx="2" type="title"/>
          </p:nvPr>
        </p:nvSpPr>
        <p:spPr>
          <a:xfrm>
            <a:off x="4132900" y="1285925"/>
            <a:ext cx="1450800" cy="1049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06</a:t>
            </a:r>
            <a:endParaRPr/>
          </a:p>
        </p:txBody>
      </p:sp>
      <p:pic>
        <p:nvPicPr>
          <p:cNvPr id="578" name="Google Shape;578;p50"/>
          <p:cNvPicPr preferRelativeResize="0"/>
          <p:nvPr/>
        </p:nvPicPr>
        <p:blipFill>
          <a:blip r:embed="rId3">
            <a:alphaModFix amt="21000"/>
          </a:blip>
          <a:stretch>
            <a:fillRect/>
          </a:stretch>
        </p:blipFill>
        <p:spPr>
          <a:xfrm flipH="1">
            <a:off x="-532853" y="-4"/>
            <a:ext cx="4775101" cy="2539096"/>
          </a:xfrm>
          <a:prstGeom prst="rect">
            <a:avLst/>
          </a:prstGeom>
          <a:noFill/>
          <a:ln>
            <a:noFill/>
          </a:ln>
        </p:spPr>
      </p:pic>
      <p:grpSp>
        <p:nvGrpSpPr>
          <p:cNvPr id="579" name="Google Shape;579;p50"/>
          <p:cNvGrpSpPr/>
          <p:nvPr/>
        </p:nvGrpSpPr>
        <p:grpSpPr>
          <a:xfrm flipH="1">
            <a:off x="-914594" y="455623"/>
            <a:ext cx="5313368" cy="5145951"/>
            <a:chOff x="4326600" y="455623"/>
            <a:chExt cx="5313368" cy="5145951"/>
          </a:xfrm>
        </p:grpSpPr>
        <p:sp>
          <p:nvSpPr>
            <p:cNvPr id="580" name="Google Shape;580;p50"/>
            <p:cNvSpPr/>
            <p:nvPr/>
          </p:nvSpPr>
          <p:spPr>
            <a:xfrm>
              <a:off x="4326600" y="455623"/>
              <a:ext cx="5003996" cy="4833818"/>
            </a:xfrm>
            <a:custGeom>
              <a:rect b="b" l="l" r="r" t="t"/>
              <a:pathLst>
                <a:path extrusionOk="0" h="4011467" w="4152694">
                  <a:moveTo>
                    <a:pt x="0" y="3936788"/>
                  </a:moveTo>
                  <a:lnTo>
                    <a:pt x="1719121" y="2005734"/>
                  </a:lnTo>
                  <a:lnTo>
                    <a:pt x="2201400" y="2005734"/>
                  </a:lnTo>
                  <a:lnTo>
                    <a:pt x="4083375" y="0"/>
                  </a:lnTo>
                  <a:lnTo>
                    <a:pt x="4152694" y="4011468"/>
                  </a:lnTo>
                  <a:lnTo>
                    <a:pt x="0" y="3936788"/>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1" name="Google Shape;581;p50"/>
            <p:cNvSpPr/>
            <p:nvPr/>
          </p:nvSpPr>
          <p:spPr>
            <a:xfrm>
              <a:off x="4368901" y="767644"/>
              <a:ext cx="5003885" cy="4833930"/>
            </a:xfrm>
            <a:custGeom>
              <a:rect b="b" l="l" r="r" t="t"/>
              <a:pathLst>
                <a:path extrusionOk="0" h="4011560" w="4152602">
                  <a:moveTo>
                    <a:pt x="0" y="3936880"/>
                  </a:moveTo>
                  <a:lnTo>
                    <a:pt x="1719121" y="2005826"/>
                  </a:lnTo>
                  <a:lnTo>
                    <a:pt x="2201307" y="2005826"/>
                  </a:lnTo>
                  <a:lnTo>
                    <a:pt x="4083375" y="0"/>
                  </a:lnTo>
                  <a:lnTo>
                    <a:pt x="4152602" y="4011561"/>
                  </a:lnTo>
                  <a:lnTo>
                    <a:pt x="0" y="393688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2" name="Google Shape;582;p50"/>
            <p:cNvSpPr/>
            <p:nvPr/>
          </p:nvSpPr>
          <p:spPr>
            <a:xfrm>
              <a:off x="4368899" y="455625"/>
              <a:ext cx="5271069" cy="5056120"/>
            </a:xfrm>
            <a:custGeom>
              <a:rect b="b" l="l" r="r" t="t"/>
              <a:pathLst>
                <a:path extrusionOk="0" h="4195950" w="4374331">
                  <a:moveTo>
                    <a:pt x="0" y="4195950"/>
                  </a:moveTo>
                  <a:lnTo>
                    <a:pt x="1719121" y="2264896"/>
                  </a:lnTo>
                  <a:lnTo>
                    <a:pt x="2201307" y="2264896"/>
                  </a:lnTo>
                  <a:lnTo>
                    <a:pt x="4251590" y="0"/>
                  </a:lnTo>
                  <a:lnTo>
                    <a:pt x="4374332" y="297704"/>
                  </a:lnTo>
                  <a:lnTo>
                    <a:pt x="2436346" y="2579699"/>
                  </a:lnTo>
                  <a:lnTo>
                    <a:pt x="2025143" y="2583488"/>
                  </a:lnTo>
                  <a:lnTo>
                    <a:pt x="455475" y="4195950"/>
                  </a:lnTo>
                  <a:lnTo>
                    <a:pt x="0" y="419595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pic>
        <p:nvPicPr>
          <p:cNvPr id="583" name="Google Shape;583;p50"/>
          <p:cNvPicPr preferRelativeResize="0"/>
          <p:nvPr/>
        </p:nvPicPr>
        <p:blipFill>
          <a:blip r:embed="rId4">
            <a:alphaModFix amt="79000"/>
          </a:blip>
          <a:stretch>
            <a:fillRect/>
          </a:stretch>
        </p:blipFill>
        <p:spPr>
          <a:xfrm flipH="1">
            <a:off x="13175" y="-1318753"/>
            <a:ext cx="2344349" cy="2346255"/>
          </a:xfrm>
          <a:prstGeom prst="rect">
            <a:avLst/>
          </a:prstGeom>
          <a:noFill/>
          <a:ln>
            <a:noFill/>
          </a:ln>
        </p:spPr>
      </p:pic>
      <p:pic>
        <p:nvPicPr>
          <p:cNvPr id="584" name="Google Shape;584;p50"/>
          <p:cNvPicPr preferRelativeResize="0"/>
          <p:nvPr/>
        </p:nvPicPr>
        <p:blipFill>
          <a:blip r:embed="rId4">
            <a:alphaModFix amt="79000"/>
          </a:blip>
          <a:stretch>
            <a:fillRect/>
          </a:stretch>
        </p:blipFill>
        <p:spPr>
          <a:xfrm flipH="1">
            <a:off x="-1613625" y="2334897"/>
            <a:ext cx="2344349" cy="2346255"/>
          </a:xfrm>
          <a:prstGeom prst="rect">
            <a:avLst/>
          </a:prstGeom>
          <a:noFill/>
          <a:ln>
            <a:noFill/>
          </a:ln>
        </p:spPr>
      </p:pic>
      <p:pic>
        <p:nvPicPr>
          <p:cNvPr id="585" name="Google Shape;585;p50"/>
          <p:cNvPicPr preferRelativeResize="0"/>
          <p:nvPr/>
        </p:nvPicPr>
        <p:blipFill>
          <a:blip r:embed="rId4">
            <a:alphaModFix amt="79000"/>
          </a:blip>
          <a:stretch>
            <a:fillRect/>
          </a:stretch>
        </p:blipFill>
        <p:spPr>
          <a:xfrm flipH="1">
            <a:off x="-761450" y="4316097"/>
            <a:ext cx="2344349" cy="2346255"/>
          </a:xfrm>
          <a:prstGeom prst="rect">
            <a:avLst/>
          </a:prstGeom>
          <a:noFill/>
          <a:ln>
            <a:noFill/>
          </a:ln>
        </p:spPr>
      </p:pic>
      <p:grpSp>
        <p:nvGrpSpPr>
          <p:cNvPr id="586" name="Google Shape;586;p50"/>
          <p:cNvGrpSpPr/>
          <p:nvPr/>
        </p:nvGrpSpPr>
        <p:grpSpPr>
          <a:xfrm>
            <a:off x="829212" y="3202375"/>
            <a:ext cx="2148213" cy="2635749"/>
            <a:chOff x="5119300" y="3450025"/>
            <a:chExt cx="2148213" cy="2635749"/>
          </a:xfrm>
        </p:grpSpPr>
        <p:pic>
          <p:nvPicPr>
            <p:cNvPr id="587" name="Google Shape;587;p50"/>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588" name="Google Shape;588;p50"/>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589" name="Google Shape;589;p50"/>
          <p:cNvGrpSpPr/>
          <p:nvPr/>
        </p:nvGrpSpPr>
        <p:grpSpPr>
          <a:xfrm>
            <a:off x="713237" y="-471975"/>
            <a:ext cx="2148213" cy="2635749"/>
            <a:chOff x="5119300" y="3450025"/>
            <a:chExt cx="2148213" cy="2635749"/>
          </a:xfrm>
        </p:grpSpPr>
        <p:pic>
          <p:nvPicPr>
            <p:cNvPr id="590" name="Google Shape;590;p50"/>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591" name="Google Shape;591;p50"/>
            <p:cNvPicPr preferRelativeResize="0"/>
            <p:nvPr/>
          </p:nvPicPr>
          <p:blipFill>
            <a:blip r:embed="rId5">
              <a:alphaModFix/>
            </a:blip>
            <a:stretch>
              <a:fillRect/>
            </a:stretch>
          </p:blipFill>
          <p:spPr>
            <a:xfrm>
              <a:off x="5576500" y="4392300"/>
              <a:ext cx="1691013" cy="1693474"/>
            </a:xfrm>
            <a:prstGeom prst="rect">
              <a:avLst/>
            </a:prstGeom>
            <a:noFill/>
            <a:ln>
              <a:noFill/>
            </a:ln>
          </p:spPr>
        </p:pic>
      </p:grpSp>
      <p:grpSp>
        <p:nvGrpSpPr>
          <p:cNvPr id="592" name="Google Shape;592;p50"/>
          <p:cNvGrpSpPr/>
          <p:nvPr/>
        </p:nvGrpSpPr>
        <p:grpSpPr>
          <a:xfrm>
            <a:off x="6628687" y="-1270700"/>
            <a:ext cx="2148213" cy="2635749"/>
            <a:chOff x="5119300" y="3450025"/>
            <a:chExt cx="2148213" cy="2635749"/>
          </a:xfrm>
        </p:grpSpPr>
        <p:pic>
          <p:nvPicPr>
            <p:cNvPr id="593" name="Google Shape;593;p50"/>
            <p:cNvPicPr preferRelativeResize="0"/>
            <p:nvPr/>
          </p:nvPicPr>
          <p:blipFill>
            <a:blip r:embed="rId5">
              <a:alphaModFix/>
            </a:blip>
            <a:stretch>
              <a:fillRect/>
            </a:stretch>
          </p:blipFill>
          <p:spPr>
            <a:xfrm>
              <a:off x="5119300" y="3450025"/>
              <a:ext cx="1691013" cy="1693474"/>
            </a:xfrm>
            <a:prstGeom prst="rect">
              <a:avLst/>
            </a:prstGeom>
            <a:noFill/>
            <a:ln>
              <a:noFill/>
            </a:ln>
          </p:spPr>
        </p:pic>
        <p:pic>
          <p:nvPicPr>
            <p:cNvPr id="594" name="Google Shape;594;p50"/>
            <p:cNvPicPr preferRelativeResize="0"/>
            <p:nvPr/>
          </p:nvPicPr>
          <p:blipFill>
            <a:blip r:embed="rId5">
              <a:alphaModFix/>
            </a:blip>
            <a:stretch>
              <a:fillRect/>
            </a:stretch>
          </p:blipFill>
          <p:spPr>
            <a:xfrm>
              <a:off x="5576500" y="4392300"/>
              <a:ext cx="1691013" cy="1693474"/>
            </a:xfrm>
            <a:prstGeom prst="rect">
              <a:avLst/>
            </a:prstGeom>
            <a:noFill/>
            <a:ln>
              <a:noFill/>
            </a:ln>
          </p:spPr>
        </p:pic>
      </p:grpSp>
      <p:cxnSp>
        <p:nvCxnSpPr>
          <p:cNvPr id="595" name="Google Shape;595;p50"/>
          <p:cNvCxnSpPr/>
          <p:nvPr/>
        </p:nvCxnSpPr>
        <p:spPr>
          <a:xfrm>
            <a:off x="4256175" y="1179725"/>
            <a:ext cx="6096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Client Server </a:t>
            </a:r>
            <a:r>
              <a:rPr lang="en"/>
              <a:t>Architecture</a:t>
            </a:r>
            <a:endParaRPr/>
          </a:p>
        </p:txBody>
      </p:sp>
      <p:pic>
        <p:nvPicPr>
          <p:cNvPr id="601" name="Google Shape;601;p51"/>
          <p:cNvPicPr preferRelativeResize="0"/>
          <p:nvPr/>
        </p:nvPicPr>
        <p:blipFill>
          <a:blip r:embed="rId3">
            <a:alphaModFix/>
          </a:blip>
          <a:stretch>
            <a:fillRect/>
          </a:stretch>
        </p:blipFill>
        <p:spPr>
          <a:xfrm>
            <a:off x="1179925" y="1017725"/>
            <a:ext cx="6784144" cy="39258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Client Server Architecture</a:t>
            </a:r>
            <a:endParaRPr/>
          </a:p>
        </p:txBody>
      </p:sp>
      <p:pic>
        <p:nvPicPr>
          <p:cNvPr id="607" name="Google Shape;607;p52"/>
          <p:cNvPicPr preferRelativeResize="0"/>
          <p:nvPr/>
        </p:nvPicPr>
        <p:blipFill>
          <a:blip r:embed="rId3">
            <a:alphaModFix/>
          </a:blip>
          <a:stretch>
            <a:fillRect/>
          </a:stretch>
        </p:blipFill>
        <p:spPr>
          <a:xfrm>
            <a:off x="141725" y="1262200"/>
            <a:ext cx="4136400" cy="3102300"/>
          </a:xfrm>
          <a:prstGeom prst="rect">
            <a:avLst/>
          </a:prstGeom>
          <a:noFill/>
          <a:ln>
            <a:noFill/>
          </a:ln>
        </p:spPr>
      </p:pic>
      <p:pic>
        <p:nvPicPr>
          <p:cNvPr id="608" name="Google Shape;608;p52"/>
          <p:cNvPicPr preferRelativeResize="0"/>
          <p:nvPr/>
        </p:nvPicPr>
        <p:blipFill rotWithShape="1">
          <a:blip r:embed="rId4">
            <a:alphaModFix/>
          </a:blip>
          <a:srcRect b="0" l="0" r="0" t="1215"/>
          <a:stretch/>
        </p:blipFill>
        <p:spPr>
          <a:xfrm>
            <a:off x="4399575" y="1055275"/>
            <a:ext cx="4505275" cy="3516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3"/>
          <p:cNvSpPr txBox="1"/>
          <p:nvPr>
            <p:ph type="title"/>
          </p:nvPr>
        </p:nvSpPr>
        <p:spPr>
          <a:xfrm>
            <a:off x="2615050" y="338313"/>
            <a:ext cx="580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a:t>
            </a:r>
            <a:endParaRPr/>
          </a:p>
        </p:txBody>
      </p:sp>
      <p:sp>
        <p:nvSpPr>
          <p:cNvPr id="614" name="Google Shape;614;p53"/>
          <p:cNvSpPr txBox="1"/>
          <p:nvPr>
            <p:ph idx="1" type="body"/>
          </p:nvPr>
        </p:nvSpPr>
        <p:spPr>
          <a:xfrm>
            <a:off x="277425" y="829488"/>
            <a:ext cx="7919400" cy="4214700"/>
          </a:xfrm>
          <a:prstGeom prst="rect">
            <a:avLst/>
          </a:prstGeom>
          <a:solidFill>
            <a:schemeClr val="lt1"/>
          </a:solidFill>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solidFill>
                  <a:srgbClr val="000000"/>
                </a:solidFill>
              </a:rPr>
              <a:t>[1] I. Sommerville, “Software Engineering Tenth Edition,” 2016. </a:t>
            </a:r>
            <a:r>
              <a:rPr lang="en" sz="1400">
                <a:solidFill>
                  <a:srgbClr val="000000"/>
                </a:solidFill>
              </a:rPr>
              <a:t>Available: </a:t>
            </a:r>
            <a:r>
              <a:rPr lang="en" sz="1400" u="sng">
                <a:solidFill>
                  <a:schemeClr val="hlink"/>
                </a:solidFill>
                <a:hlinkClick r:id="rId3"/>
              </a:rPr>
              <a:t>https://dn790001.ca.archive.org/0/items/bme-vik-konyvek/Software%20Engineering%20-%20Ian%20Sommerville.pdf</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0" lvl="0" marL="0" rtl="0" algn="l">
              <a:lnSpc>
                <a:spcPct val="115000"/>
              </a:lnSpc>
              <a:spcBef>
                <a:spcPts val="0"/>
              </a:spcBef>
              <a:spcAft>
                <a:spcPts val="0"/>
              </a:spcAft>
              <a:buNone/>
            </a:pPr>
            <a:r>
              <a:rPr lang="en" sz="1400">
                <a:solidFill>
                  <a:srgbClr val="000000"/>
                </a:solidFill>
              </a:rPr>
              <a:t>[2] “Branding | Supabase,” </a:t>
            </a:r>
            <a:r>
              <a:rPr i="1" lang="en" sz="1400">
                <a:solidFill>
                  <a:srgbClr val="000000"/>
                </a:solidFill>
              </a:rPr>
              <a:t>Supabase</a:t>
            </a:r>
            <a:r>
              <a:rPr lang="en" sz="1400">
                <a:solidFill>
                  <a:srgbClr val="000000"/>
                </a:solidFill>
              </a:rPr>
              <a:t>, 2025. </a:t>
            </a:r>
            <a:r>
              <a:rPr lang="en" sz="1400" u="sng">
                <a:solidFill>
                  <a:schemeClr val="hlink"/>
                </a:solidFill>
                <a:hlinkClick r:id="rId4"/>
              </a:rPr>
              <a:t>https://supabase.com/brand-assets</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0" lvl="0" marL="0" rtl="0" algn="l">
              <a:lnSpc>
                <a:spcPct val="115000"/>
              </a:lnSpc>
              <a:spcBef>
                <a:spcPts val="0"/>
              </a:spcBef>
              <a:spcAft>
                <a:spcPts val="0"/>
              </a:spcAft>
              <a:buNone/>
            </a:pPr>
            <a:r>
              <a:rPr lang="en" sz="1400">
                <a:solidFill>
                  <a:srgbClr val="000000"/>
                </a:solidFill>
              </a:rPr>
              <a:t>[3] Vercel, “Develop. Preview. Ship. For the best frontend teams – Vercel,” </a:t>
            </a:r>
            <a:r>
              <a:rPr i="1" lang="en" sz="1400">
                <a:solidFill>
                  <a:srgbClr val="000000"/>
                </a:solidFill>
              </a:rPr>
              <a:t>vercel.com</a:t>
            </a:r>
            <a:r>
              <a:rPr lang="en" sz="1400">
                <a:solidFill>
                  <a:srgbClr val="000000"/>
                </a:solidFill>
              </a:rPr>
              <a:t>. </a:t>
            </a:r>
            <a:r>
              <a:rPr lang="en" sz="1400" u="sng">
                <a:solidFill>
                  <a:schemeClr val="hlink"/>
                </a:solidFill>
                <a:hlinkClick r:id="rId5"/>
              </a:rPr>
              <a:t>https://vercel.com/</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0" lvl="0" marL="0" rtl="0" algn="l">
              <a:lnSpc>
                <a:spcPct val="115000"/>
              </a:lnSpc>
              <a:spcBef>
                <a:spcPts val="0"/>
              </a:spcBef>
              <a:spcAft>
                <a:spcPts val="0"/>
              </a:spcAft>
              <a:buNone/>
            </a:pPr>
            <a:r>
              <a:rPr lang="en" sz="1400">
                <a:solidFill>
                  <a:srgbClr val="000000"/>
                </a:solidFill>
              </a:rPr>
              <a:t>[4] Meta Open Source, “React,” </a:t>
            </a:r>
            <a:r>
              <a:rPr i="1" lang="en" sz="1400">
                <a:solidFill>
                  <a:srgbClr val="000000"/>
                </a:solidFill>
              </a:rPr>
              <a:t>react.dev</a:t>
            </a:r>
            <a:r>
              <a:rPr lang="en" sz="1400">
                <a:solidFill>
                  <a:srgbClr val="000000"/>
                </a:solidFill>
              </a:rPr>
              <a:t>, 2025. </a:t>
            </a:r>
            <a:r>
              <a:rPr lang="en" sz="1400" u="sng">
                <a:solidFill>
                  <a:schemeClr val="hlink"/>
                </a:solidFill>
                <a:hlinkClick r:id="rId6"/>
              </a:rPr>
              <a:t>https://react.dev/</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0" lvl="0" marL="0" rtl="0" algn="l">
              <a:lnSpc>
                <a:spcPct val="115000"/>
              </a:lnSpc>
              <a:spcBef>
                <a:spcPts val="0"/>
              </a:spcBef>
              <a:spcAft>
                <a:spcPts val="0"/>
              </a:spcAft>
              <a:buNone/>
            </a:pPr>
            <a:r>
              <a:rPr lang="en" sz="1400">
                <a:solidFill>
                  <a:srgbClr val="000000"/>
                </a:solidFill>
              </a:rPr>
              <a:t>[5] Vite, “Vite,” </a:t>
            </a:r>
            <a:r>
              <a:rPr i="1" lang="en" sz="1400">
                <a:solidFill>
                  <a:srgbClr val="000000"/>
                </a:solidFill>
              </a:rPr>
              <a:t>vitejs</a:t>
            </a:r>
            <a:r>
              <a:rPr lang="en" sz="1400">
                <a:solidFill>
                  <a:srgbClr val="000000"/>
                </a:solidFill>
              </a:rPr>
              <a:t>, 2024. </a:t>
            </a:r>
            <a:r>
              <a:rPr lang="en" sz="1400" u="sng">
                <a:solidFill>
                  <a:schemeClr val="hlink"/>
                </a:solidFill>
                <a:hlinkClick r:id="rId7"/>
              </a:rPr>
              <a:t>https://vite.dev/</a:t>
            </a:r>
            <a:endParaRPr sz="1400">
              <a:solidFill>
                <a:srgbClr val="000000"/>
              </a:solidFill>
            </a:endParaRPr>
          </a:p>
          <a:p>
            <a:pPr indent="0" lvl="0" marL="0" rtl="0" algn="l">
              <a:lnSpc>
                <a:spcPct val="115000"/>
              </a:lnSpc>
              <a:spcBef>
                <a:spcPts val="0"/>
              </a:spcBef>
              <a:spcAft>
                <a:spcPts val="0"/>
              </a:spcAft>
              <a:buNone/>
            </a:pPr>
            <a:r>
              <a:t/>
            </a:r>
            <a:endParaRPr sz="1400">
              <a:solidFill>
                <a:srgbClr val="000000"/>
              </a:solidFill>
            </a:endParaRPr>
          </a:p>
          <a:p>
            <a:pPr indent="0" lvl="0" marL="0" rtl="0" algn="l">
              <a:lnSpc>
                <a:spcPct val="115000"/>
              </a:lnSpc>
              <a:spcBef>
                <a:spcPts val="0"/>
              </a:spcBef>
              <a:spcAft>
                <a:spcPts val="0"/>
              </a:spcAft>
              <a:buNone/>
            </a:pPr>
            <a:r>
              <a:rPr lang="en" sz="1400">
                <a:solidFill>
                  <a:srgbClr val="000000"/>
                </a:solidFill>
              </a:rPr>
              <a:t>[6] “EDOXI,” </a:t>
            </a:r>
            <a:r>
              <a:rPr i="1" lang="en" sz="1400">
                <a:solidFill>
                  <a:srgbClr val="000000"/>
                </a:solidFill>
              </a:rPr>
              <a:t>EDOXI</a:t>
            </a:r>
            <a:r>
              <a:rPr lang="en" sz="1400">
                <a:solidFill>
                  <a:srgbClr val="000000"/>
                </a:solidFill>
              </a:rPr>
              <a:t>, 2020. </a:t>
            </a:r>
            <a:r>
              <a:rPr lang="en" sz="1400" u="sng">
                <a:solidFill>
                  <a:schemeClr val="hlink"/>
                </a:solidFill>
                <a:hlinkClick r:id="rId8"/>
              </a:rPr>
              <a:t>https://www.edoxi.com/studyhub-detail/top-software-training-institutes-india</a:t>
            </a:r>
            <a:r>
              <a:rPr lang="en" sz="1400">
                <a:solidFill>
                  <a:srgbClr val="000000"/>
                </a:solidFill>
              </a:rPr>
              <a:t> (accessed Nov. 23, 2025).</a:t>
            </a:r>
            <a:endParaRPr sz="1400">
              <a:solidFill>
                <a:srgbClr val="000000"/>
              </a:solidFill>
            </a:endParaRPr>
          </a:p>
          <a:p>
            <a:pPr indent="0" lvl="0" marL="0" rtl="0" algn="l">
              <a:spcBef>
                <a:spcPts val="0"/>
              </a:spcBef>
              <a:spcAft>
                <a:spcPts val="0"/>
              </a:spcAft>
              <a:buNone/>
            </a:pPr>
            <a:r>
              <a:t/>
            </a:r>
            <a:endParaRPr/>
          </a:p>
        </p:txBody>
      </p:sp>
      <p:grpSp>
        <p:nvGrpSpPr>
          <p:cNvPr id="615" name="Google Shape;615;p53"/>
          <p:cNvGrpSpPr/>
          <p:nvPr/>
        </p:nvGrpSpPr>
        <p:grpSpPr>
          <a:xfrm>
            <a:off x="7356663" y="3139438"/>
            <a:ext cx="2148213" cy="2635749"/>
            <a:chOff x="5119300" y="3450025"/>
            <a:chExt cx="2148213" cy="2635749"/>
          </a:xfrm>
        </p:grpSpPr>
        <p:pic>
          <p:nvPicPr>
            <p:cNvPr id="616" name="Google Shape;616;p53"/>
            <p:cNvPicPr preferRelativeResize="0"/>
            <p:nvPr/>
          </p:nvPicPr>
          <p:blipFill>
            <a:blip r:embed="rId9">
              <a:alphaModFix/>
            </a:blip>
            <a:stretch>
              <a:fillRect/>
            </a:stretch>
          </p:blipFill>
          <p:spPr>
            <a:xfrm>
              <a:off x="5119300" y="3450025"/>
              <a:ext cx="1691013" cy="1693474"/>
            </a:xfrm>
            <a:prstGeom prst="rect">
              <a:avLst/>
            </a:prstGeom>
            <a:noFill/>
            <a:ln>
              <a:noFill/>
            </a:ln>
          </p:spPr>
        </p:pic>
        <p:pic>
          <p:nvPicPr>
            <p:cNvPr id="617" name="Google Shape;617;p53"/>
            <p:cNvPicPr preferRelativeResize="0"/>
            <p:nvPr/>
          </p:nvPicPr>
          <p:blipFill>
            <a:blip r:embed="rId9">
              <a:alphaModFix/>
            </a:blip>
            <a:stretch>
              <a:fillRect/>
            </a:stretch>
          </p:blipFill>
          <p:spPr>
            <a:xfrm>
              <a:off x="5576500" y="4392300"/>
              <a:ext cx="1691013" cy="1693474"/>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54"/>
          <p:cNvSpPr txBox="1"/>
          <p:nvPr>
            <p:ph type="title"/>
          </p:nvPr>
        </p:nvSpPr>
        <p:spPr>
          <a:xfrm>
            <a:off x="713275" y="963979"/>
            <a:ext cx="4448100" cy="93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Electric Motors Manufacturing Company Profile by Slidesgo">
  <a:themeElements>
    <a:clrScheme name="Simple Light">
      <a:dk1>
        <a:srgbClr val="2E2E2E"/>
      </a:dk1>
      <a:lt1>
        <a:srgbClr val="FFFFFF"/>
      </a:lt1>
      <a:dk2>
        <a:srgbClr val="EA5D59"/>
      </a:dk2>
      <a:lt2>
        <a:srgbClr val="EEEEEE"/>
      </a:lt2>
      <a:accent1>
        <a:srgbClr val="D9D9D9"/>
      </a:accent1>
      <a:accent2>
        <a:srgbClr val="CCCCCC"/>
      </a:accent2>
      <a:accent3>
        <a:srgbClr val="999999"/>
      </a:accent3>
      <a:accent4>
        <a:srgbClr val="FFFFFF"/>
      </a:accent4>
      <a:accent5>
        <a:srgbClr val="FFFFFF"/>
      </a:accent5>
      <a:accent6>
        <a:srgbClr val="FFFFFF"/>
      </a:accent6>
      <a:hlink>
        <a:srgbClr val="2E2E2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